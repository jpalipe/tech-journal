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11" r:id="rId1"/>
  </p:sldMasterIdLst>
  <p:notesMasterIdLst>
    <p:notesMasterId r:id="rId30"/>
  </p:notesMasterIdLst>
  <p:handoutMasterIdLst>
    <p:handoutMasterId r:id="rId31"/>
  </p:handoutMasterIdLst>
  <p:sldIdLst>
    <p:sldId id="287" r:id="rId2"/>
    <p:sldId id="2147483646" r:id="rId3"/>
    <p:sldId id="276" r:id="rId4"/>
    <p:sldId id="274" r:id="rId5"/>
    <p:sldId id="285" r:id="rId6"/>
    <p:sldId id="2147483647" r:id="rId7"/>
    <p:sldId id="267" r:id="rId8"/>
    <p:sldId id="286" r:id="rId9"/>
    <p:sldId id="256" r:id="rId10"/>
    <p:sldId id="263" r:id="rId11"/>
    <p:sldId id="268" r:id="rId12"/>
    <p:sldId id="288" r:id="rId13"/>
    <p:sldId id="257" r:id="rId14"/>
    <p:sldId id="289" r:id="rId15"/>
    <p:sldId id="258" r:id="rId16"/>
    <p:sldId id="291" r:id="rId17"/>
    <p:sldId id="292" r:id="rId18"/>
    <p:sldId id="290" r:id="rId19"/>
    <p:sldId id="293" r:id="rId20"/>
    <p:sldId id="277" r:id="rId21"/>
    <p:sldId id="294" r:id="rId22"/>
    <p:sldId id="259" r:id="rId23"/>
    <p:sldId id="260" r:id="rId24"/>
    <p:sldId id="261" r:id="rId25"/>
    <p:sldId id="262" r:id="rId26"/>
    <p:sldId id="295" r:id="rId27"/>
    <p:sldId id="296" r:id="rId28"/>
    <p:sldId id="272"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xample layouts" id="{01D615C9-B38E-8C4A-B46A-734DCF836E30}">
          <p14:sldIdLst>
            <p14:sldId id="287"/>
            <p14:sldId id="2147483646"/>
            <p14:sldId id="276"/>
            <p14:sldId id="274"/>
            <p14:sldId id="285"/>
            <p14:sldId id="2147483647"/>
            <p14:sldId id="267"/>
            <p14:sldId id="286"/>
            <p14:sldId id="256"/>
            <p14:sldId id="263"/>
            <p14:sldId id="268"/>
            <p14:sldId id="288"/>
            <p14:sldId id="257"/>
            <p14:sldId id="289"/>
            <p14:sldId id="258"/>
            <p14:sldId id="291"/>
            <p14:sldId id="292"/>
            <p14:sldId id="290"/>
            <p14:sldId id="293"/>
            <p14:sldId id="277"/>
            <p14:sldId id="294"/>
            <p14:sldId id="259"/>
            <p14:sldId id="260"/>
            <p14:sldId id="261"/>
            <p14:sldId id="262"/>
            <p14:sldId id="295"/>
            <p14:sldId id="296"/>
            <p14:sldId id="27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523BE01-57CE-278C-5B18-E730AFF851AB}" name="Rita Jackson" initials="RJ" userId="S::jacksonr@opentext.com::ec52f9e5-cc26-4bba-bf0e-8c6d34784774" providerId="AD"/>
  <p188:author id="{46DEEDAC-944B-8D88-DE6B-7F2270FF7676}" name="Sandy Ono" initials="SO" userId="S::sono@opentext.com::8b3596f6-c0ae-41a1-b17a-a712efe6c69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F0FF"/>
    <a:srgbClr val="DDDDDD"/>
    <a:srgbClr val="F5F6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010E78D-B79A-4592-B640-95F6AB5E8FD8}" v="13" dt="2026-01-27T06:32:52.871"/>
  </p1510:revLst>
</p1510:revInfo>
</file>

<file path=ppt/tableStyles.xml><?xml version="1.0" encoding="utf-8"?>
<a:tblStyleLst xmlns:a="http://schemas.openxmlformats.org/drawingml/2006/main" def="{073A0DAA-6AF3-43AB-8588-CEC1D06C72B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97" autoAdjust="0"/>
    <p:restoredTop sz="94658"/>
  </p:normalViewPr>
  <p:slideViewPr>
    <p:cSldViewPr>
      <p:cViewPr varScale="1">
        <p:scale>
          <a:sx n="85" d="100"/>
          <a:sy n="85" d="100"/>
        </p:scale>
        <p:origin x="456" y="53"/>
      </p:cViewPr>
      <p:guideLst/>
    </p:cSldViewPr>
  </p:slideViewPr>
  <p:notesTextViewPr>
    <p:cViewPr>
      <p:scale>
        <a:sx n="1" d="1"/>
        <a:sy n="1" d="1"/>
      </p:scale>
      <p:origin x="0" y="0"/>
    </p:cViewPr>
  </p:notesTextViewPr>
  <p:sorterViewPr>
    <p:cViewPr>
      <p:scale>
        <a:sx n="1" d="1"/>
        <a:sy n="1" d="1"/>
      </p:scale>
      <p:origin x="0" y="0"/>
    </p:cViewPr>
  </p:sorterViewPr>
  <p:notesViewPr>
    <p:cSldViewPr showGuides="1">
      <p:cViewPr varScale="1">
        <p:scale>
          <a:sx n="168" d="100"/>
          <a:sy n="168" d="100"/>
        </p:scale>
        <p:origin x="4688" y="200"/>
      </p:cViewPr>
      <p:guideLst/>
    </p:cSldViewPr>
  </p:notesViewPr>
  <p:gridSpacing cx="38100" cy="381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38"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witha Palipe" userId="38246810-b616-4aeb-acb2-70a0a9610a6e" providerId="ADAL" clId="{C010E78D-B79A-4592-B640-95F6AB5E8FD8}"/>
    <pc:docChg chg="undo custSel addSld delSld modSld sldOrd modSection">
      <pc:chgData name="Joswitha Palipe" userId="38246810-b616-4aeb-acb2-70a0a9610a6e" providerId="ADAL" clId="{C010E78D-B79A-4592-B640-95F6AB5E8FD8}" dt="2026-01-29T03:49:22.408" v="377" actId="20577"/>
      <pc:docMkLst>
        <pc:docMk/>
      </pc:docMkLst>
      <pc:sldChg chg="addSp delSp modSp add mod ord">
        <pc:chgData name="Joswitha Palipe" userId="38246810-b616-4aeb-acb2-70a0a9610a6e" providerId="ADAL" clId="{C010E78D-B79A-4592-B640-95F6AB5E8FD8}" dt="2026-01-26T14:23:42.869" v="247" actId="1076"/>
        <pc:sldMkLst>
          <pc:docMk/>
          <pc:sldMk cId="2080868160" sldId="259"/>
        </pc:sldMkLst>
        <pc:spChg chg="mod">
          <ac:chgData name="Joswitha Palipe" userId="38246810-b616-4aeb-acb2-70a0a9610a6e" providerId="ADAL" clId="{C010E78D-B79A-4592-B640-95F6AB5E8FD8}" dt="2026-01-26T14:14:41.284" v="73" actId="20577"/>
          <ac:spMkLst>
            <pc:docMk/>
            <pc:sldMk cId="2080868160" sldId="259"/>
            <ac:spMk id="2" creationId="{A022E8C7-95E0-A4B7-54CB-AA4CCD1E7040}"/>
          </ac:spMkLst>
        </pc:spChg>
        <pc:spChg chg="add mod">
          <ac:chgData name="Joswitha Palipe" userId="38246810-b616-4aeb-acb2-70a0a9610a6e" providerId="ADAL" clId="{C010E78D-B79A-4592-B640-95F6AB5E8FD8}" dt="2026-01-26T14:23:42.869" v="247" actId="1076"/>
          <ac:spMkLst>
            <pc:docMk/>
            <pc:sldMk cId="2080868160" sldId="259"/>
            <ac:spMk id="3" creationId="{AD14CB9D-0183-433F-BC91-B39B1B053222}"/>
          </ac:spMkLst>
        </pc:spChg>
        <pc:picChg chg="del">
          <ac:chgData name="Joswitha Palipe" userId="38246810-b616-4aeb-acb2-70a0a9610a6e" providerId="ADAL" clId="{C010E78D-B79A-4592-B640-95F6AB5E8FD8}" dt="2026-01-26T14:14:28.229" v="26" actId="21"/>
          <ac:picMkLst>
            <pc:docMk/>
            <pc:sldMk cId="2080868160" sldId="259"/>
            <ac:picMk id="5" creationId="{E58B2A3A-5338-44D7-AF84-222952A3E21E}"/>
          </ac:picMkLst>
        </pc:picChg>
        <pc:picChg chg="add del mod">
          <ac:chgData name="Joswitha Palipe" userId="38246810-b616-4aeb-acb2-70a0a9610a6e" providerId="ADAL" clId="{C010E78D-B79A-4592-B640-95F6AB5E8FD8}" dt="2026-01-26T14:22:08.197" v="224" actId="21"/>
          <ac:picMkLst>
            <pc:docMk/>
            <pc:sldMk cId="2080868160" sldId="259"/>
            <ac:picMk id="6" creationId="{9A09264F-A477-4A3F-952C-EA140E599DAF}"/>
          </ac:picMkLst>
        </pc:picChg>
      </pc:sldChg>
      <pc:sldChg chg="addSp delSp modSp add mod">
        <pc:chgData name="Joswitha Palipe" userId="38246810-b616-4aeb-acb2-70a0a9610a6e" providerId="ADAL" clId="{C010E78D-B79A-4592-B640-95F6AB5E8FD8}" dt="2026-01-26T14:23:53.122" v="248" actId="208"/>
        <pc:sldMkLst>
          <pc:docMk/>
          <pc:sldMk cId="3892866696" sldId="260"/>
        </pc:sldMkLst>
        <pc:spChg chg="mod">
          <ac:chgData name="Joswitha Palipe" userId="38246810-b616-4aeb-acb2-70a0a9610a6e" providerId="ADAL" clId="{C010E78D-B79A-4592-B640-95F6AB5E8FD8}" dt="2026-01-26T14:18:12.234" v="125" actId="1076"/>
          <ac:spMkLst>
            <pc:docMk/>
            <pc:sldMk cId="3892866696" sldId="260"/>
            <ac:spMk id="2" creationId="{A022E8C7-95E0-A4B7-54CB-AA4CCD1E7040}"/>
          </ac:spMkLst>
        </pc:spChg>
        <pc:picChg chg="add mod">
          <ac:chgData name="Joswitha Palipe" userId="38246810-b616-4aeb-acb2-70a0a9610a6e" providerId="ADAL" clId="{C010E78D-B79A-4592-B640-95F6AB5E8FD8}" dt="2026-01-26T14:23:53.122" v="248" actId="208"/>
          <ac:picMkLst>
            <pc:docMk/>
            <pc:sldMk cId="3892866696" sldId="260"/>
            <ac:picMk id="4" creationId="{F834B7AC-37D5-4D8D-86CA-27DA5C379748}"/>
          </ac:picMkLst>
        </pc:picChg>
        <pc:picChg chg="del">
          <ac:chgData name="Joswitha Palipe" userId="38246810-b616-4aeb-acb2-70a0a9610a6e" providerId="ADAL" clId="{C010E78D-B79A-4592-B640-95F6AB5E8FD8}" dt="2026-01-26T14:17:34.046" v="81" actId="478"/>
          <ac:picMkLst>
            <pc:docMk/>
            <pc:sldMk cId="3892866696" sldId="260"/>
            <ac:picMk id="5" creationId="{E58B2A3A-5338-44D7-AF84-222952A3E21E}"/>
          </ac:picMkLst>
        </pc:picChg>
      </pc:sldChg>
      <pc:sldChg chg="addSp delSp modSp add mod modClrScheme chgLayout">
        <pc:chgData name="Joswitha Palipe" userId="38246810-b616-4aeb-acb2-70a0a9610a6e" providerId="ADAL" clId="{C010E78D-B79A-4592-B640-95F6AB5E8FD8}" dt="2026-01-26T14:24:03.651" v="251" actId="1036"/>
        <pc:sldMkLst>
          <pc:docMk/>
          <pc:sldMk cId="2088834613" sldId="261"/>
        </pc:sldMkLst>
        <pc:spChg chg="mod">
          <ac:chgData name="Joswitha Palipe" userId="38246810-b616-4aeb-acb2-70a0a9610a6e" providerId="ADAL" clId="{C010E78D-B79A-4592-B640-95F6AB5E8FD8}" dt="2026-01-26T14:21:43.713" v="221" actId="26606"/>
          <ac:spMkLst>
            <pc:docMk/>
            <pc:sldMk cId="2088834613" sldId="261"/>
            <ac:spMk id="2" creationId="{A022E8C7-95E0-A4B7-54CB-AA4CCD1E7040}"/>
          </ac:spMkLst>
        </pc:spChg>
        <pc:spChg chg="add mod ord">
          <ac:chgData name="Joswitha Palipe" userId="38246810-b616-4aeb-acb2-70a0a9610a6e" providerId="ADAL" clId="{C010E78D-B79A-4592-B640-95F6AB5E8FD8}" dt="2026-01-26T14:21:43.713" v="221" actId="26606"/>
          <ac:spMkLst>
            <pc:docMk/>
            <pc:sldMk cId="2088834613" sldId="261"/>
            <ac:spMk id="3" creationId="{E2BDD60B-836A-49BE-85DC-43E4A21C704F}"/>
          </ac:spMkLst>
        </pc:spChg>
        <pc:picChg chg="del">
          <ac:chgData name="Joswitha Palipe" userId="38246810-b616-4aeb-acb2-70a0a9610a6e" providerId="ADAL" clId="{C010E78D-B79A-4592-B640-95F6AB5E8FD8}" dt="2026-01-26T14:18:55.514" v="128" actId="21"/>
          <ac:picMkLst>
            <pc:docMk/>
            <pc:sldMk cId="2088834613" sldId="261"/>
            <ac:picMk id="4" creationId="{F834B7AC-37D5-4D8D-86CA-27DA5C379748}"/>
          </ac:picMkLst>
        </pc:picChg>
        <pc:picChg chg="add del mod">
          <ac:chgData name="Joswitha Palipe" userId="38246810-b616-4aeb-acb2-70a0a9610a6e" providerId="ADAL" clId="{C010E78D-B79A-4592-B640-95F6AB5E8FD8}" dt="2026-01-26T14:21:20.441" v="217" actId="931"/>
          <ac:picMkLst>
            <pc:docMk/>
            <pc:sldMk cId="2088834613" sldId="261"/>
            <ac:picMk id="6" creationId="{7F55AB0A-DD02-46DC-9862-45BC3FDCCE9F}"/>
          </ac:picMkLst>
        </pc:picChg>
        <pc:picChg chg="add mod">
          <ac:chgData name="Joswitha Palipe" userId="38246810-b616-4aeb-acb2-70a0a9610a6e" providerId="ADAL" clId="{C010E78D-B79A-4592-B640-95F6AB5E8FD8}" dt="2026-01-26T14:24:03.651" v="251" actId="1036"/>
          <ac:picMkLst>
            <pc:docMk/>
            <pc:sldMk cId="2088834613" sldId="261"/>
            <ac:picMk id="8" creationId="{56EA2762-8385-44E0-88A1-955368290E9A}"/>
          </ac:picMkLst>
        </pc:picChg>
      </pc:sldChg>
      <pc:sldChg chg="addSp delSp modSp add mod ord modClrScheme chgLayout">
        <pc:chgData name="Joswitha Palipe" userId="38246810-b616-4aeb-acb2-70a0a9610a6e" providerId="ADAL" clId="{C010E78D-B79A-4592-B640-95F6AB5E8FD8}" dt="2026-01-26T14:26:43.207" v="311" actId="20577"/>
        <pc:sldMkLst>
          <pc:docMk/>
          <pc:sldMk cId="2461004400" sldId="262"/>
        </pc:sldMkLst>
        <pc:spChg chg="mod ord">
          <ac:chgData name="Joswitha Palipe" userId="38246810-b616-4aeb-acb2-70a0a9610a6e" providerId="ADAL" clId="{C010E78D-B79A-4592-B640-95F6AB5E8FD8}" dt="2026-01-26T14:26:43.207" v="311" actId="20577"/>
          <ac:spMkLst>
            <pc:docMk/>
            <pc:sldMk cId="2461004400" sldId="262"/>
            <ac:spMk id="2" creationId="{A022E8C7-95E0-A4B7-54CB-AA4CCD1E7040}"/>
          </ac:spMkLst>
        </pc:spChg>
        <pc:spChg chg="add del mod">
          <ac:chgData name="Joswitha Palipe" userId="38246810-b616-4aeb-acb2-70a0a9610a6e" providerId="ADAL" clId="{C010E78D-B79A-4592-B640-95F6AB5E8FD8}" dt="2026-01-26T14:26:03.129" v="262" actId="26606"/>
          <ac:spMkLst>
            <pc:docMk/>
            <pc:sldMk cId="2461004400" sldId="262"/>
            <ac:spMk id="10" creationId="{B1A750B3-32C5-9F08-FB52-809C1F8BA22F}"/>
          </ac:spMkLst>
        </pc:spChg>
        <pc:picChg chg="del">
          <ac:chgData name="Joswitha Palipe" userId="38246810-b616-4aeb-acb2-70a0a9610a6e" providerId="ADAL" clId="{C010E78D-B79A-4592-B640-95F6AB5E8FD8}" dt="2026-01-26T14:25:38.179" v="255" actId="478"/>
          <ac:picMkLst>
            <pc:docMk/>
            <pc:sldMk cId="2461004400" sldId="262"/>
            <ac:picMk id="4" creationId="{F834B7AC-37D5-4D8D-86CA-27DA5C379748}"/>
          </ac:picMkLst>
        </pc:picChg>
        <pc:picChg chg="add mod">
          <ac:chgData name="Joswitha Palipe" userId="38246810-b616-4aeb-acb2-70a0a9610a6e" providerId="ADAL" clId="{C010E78D-B79A-4592-B640-95F6AB5E8FD8}" dt="2026-01-26T14:26:31.563" v="275" actId="14100"/>
          <ac:picMkLst>
            <pc:docMk/>
            <pc:sldMk cId="2461004400" sldId="262"/>
            <ac:picMk id="5" creationId="{97CE5D02-F7F2-4E8F-A464-3F7E99152D7D}"/>
          </ac:picMkLst>
        </pc:picChg>
      </pc:sldChg>
      <pc:sldChg chg="addSp delSp modSp add mod ord">
        <pc:chgData name="Joswitha Palipe" userId="38246810-b616-4aeb-acb2-70a0a9610a6e" providerId="ADAL" clId="{C010E78D-B79A-4592-B640-95F6AB5E8FD8}" dt="2026-01-26T14:29:42.441" v="374" actId="14100"/>
        <pc:sldMkLst>
          <pc:docMk/>
          <pc:sldMk cId="2160654820" sldId="263"/>
        </pc:sldMkLst>
        <pc:spChg chg="add mod">
          <ac:chgData name="Joswitha Palipe" userId="38246810-b616-4aeb-acb2-70a0a9610a6e" providerId="ADAL" clId="{C010E78D-B79A-4592-B640-95F6AB5E8FD8}" dt="2026-01-26T14:28:57.695" v="355" actId="255"/>
          <ac:spMkLst>
            <pc:docMk/>
            <pc:sldMk cId="2160654820" sldId="263"/>
            <ac:spMk id="2" creationId="{91C5156D-2D4E-4517-AB17-CFC3F4F41F60}"/>
          </ac:spMkLst>
        </pc:spChg>
        <pc:spChg chg="add mod">
          <ac:chgData name="Joswitha Palipe" userId="38246810-b616-4aeb-acb2-70a0a9610a6e" providerId="ADAL" clId="{C010E78D-B79A-4592-B640-95F6AB5E8FD8}" dt="2026-01-26T14:29:42.441" v="374" actId="14100"/>
          <ac:spMkLst>
            <pc:docMk/>
            <pc:sldMk cId="2160654820" sldId="263"/>
            <ac:spMk id="3" creationId="{46F59FF8-BE32-490F-B8F5-74F04125ECF0}"/>
          </ac:spMkLst>
        </pc:spChg>
        <pc:picChg chg="del">
          <ac:chgData name="Joswitha Palipe" userId="38246810-b616-4aeb-acb2-70a0a9610a6e" providerId="ADAL" clId="{C010E78D-B79A-4592-B640-95F6AB5E8FD8}" dt="2026-01-26T14:28:35.483" v="343" actId="478"/>
          <ac:picMkLst>
            <pc:docMk/>
            <pc:sldMk cId="2160654820" sldId="263"/>
            <ac:picMk id="5" creationId="{B9D699B1-8469-49F5-9A18-2F656DF857E7}"/>
          </ac:picMkLst>
        </pc:picChg>
      </pc:sldChg>
      <pc:sldChg chg="new del">
        <pc:chgData name="Joswitha Palipe" userId="38246810-b616-4aeb-acb2-70a0a9610a6e" providerId="ADAL" clId="{C010E78D-B79A-4592-B640-95F6AB5E8FD8}" dt="2026-01-26T14:28:27.226" v="339" actId="680"/>
        <pc:sldMkLst>
          <pc:docMk/>
          <pc:sldMk cId="2562741224" sldId="263"/>
        </pc:sldMkLst>
      </pc:sldChg>
      <pc:sldChg chg="modSp mod">
        <pc:chgData name="Joswitha Palipe" userId="38246810-b616-4aeb-acb2-70a0a9610a6e" providerId="ADAL" clId="{C010E78D-B79A-4592-B640-95F6AB5E8FD8}" dt="2026-01-27T05:54:17.978" v="375" actId="1036"/>
        <pc:sldMkLst>
          <pc:docMk/>
          <pc:sldMk cId="912478801" sldId="267"/>
        </pc:sldMkLst>
        <pc:picChg chg="mod">
          <ac:chgData name="Joswitha Palipe" userId="38246810-b616-4aeb-acb2-70a0a9610a6e" providerId="ADAL" clId="{C010E78D-B79A-4592-B640-95F6AB5E8FD8}" dt="2026-01-27T05:54:17.978" v="375" actId="1036"/>
          <ac:picMkLst>
            <pc:docMk/>
            <pc:sldMk cId="912478801" sldId="267"/>
            <ac:picMk id="6" creationId="{33125150-657E-FC8E-6991-1C7B8D9DE022}"/>
          </ac:picMkLst>
        </pc:picChg>
      </pc:sldChg>
      <pc:sldChg chg="modSp">
        <pc:chgData name="Joswitha Palipe" userId="38246810-b616-4aeb-acb2-70a0a9610a6e" providerId="ADAL" clId="{C010E78D-B79A-4592-B640-95F6AB5E8FD8}" dt="2026-01-26T10:04:09.407" v="1" actId="1035"/>
        <pc:sldMkLst>
          <pc:docMk/>
          <pc:sldMk cId="514638296" sldId="291"/>
        </pc:sldMkLst>
        <pc:spChg chg="mod">
          <ac:chgData name="Joswitha Palipe" userId="38246810-b616-4aeb-acb2-70a0a9610a6e" providerId="ADAL" clId="{C010E78D-B79A-4592-B640-95F6AB5E8FD8}" dt="2026-01-26T10:04:09.407" v="1" actId="1035"/>
          <ac:spMkLst>
            <pc:docMk/>
            <pc:sldMk cId="514638296" sldId="291"/>
            <ac:spMk id="3" creationId="{7989CF3D-BA50-4EDE-9916-EC35C7DAEDCB}"/>
          </ac:spMkLst>
        </pc:spChg>
      </pc:sldChg>
      <pc:sldChg chg="modSp mod">
        <pc:chgData name="Joswitha Palipe" userId="38246810-b616-4aeb-acb2-70a0a9610a6e" providerId="ADAL" clId="{C010E78D-B79A-4592-B640-95F6AB5E8FD8}" dt="2026-01-26T13:51:02.876" v="24" actId="20577"/>
        <pc:sldMkLst>
          <pc:docMk/>
          <pc:sldMk cId="1512300918" sldId="292"/>
        </pc:sldMkLst>
        <pc:spChg chg="mod">
          <ac:chgData name="Joswitha Palipe" userId="38246810-b616-4aeb-acb2-70a0a9610a6e" providerId="ADAL" clId="{C010E78D-B79A-4592-B640-95F6AB5E8FD8}" dt="2026-01-26T13:51:02.876" v="24" actId="20577"/>
          <ac:spMkLst>
            <pc:docMk/>
            <pc:sldMk cId="1512300918" sldId="292"/>
            <ac:spMk id="3" creationId="{7989CF3D-BA50-4EDE-9916-EC35C7DAEDCB}"/>
          </ac:spMkLst>
        </pc:spChg>
      </pc:sldChg>
      <pc:sldChg chg="modSp mod">
        <pc:chgData name="Joswitha Palipe" userId="38246810-b616-4aeb-acb2-70a0a9610a6e" providerId="ADAL" clId="{C010E78D-B79A-4592-B640-95F6AB5E8FD8}" dt="2026-01-29T03:49:22.408" v="377" actId="20577"/>
        <pc:sldMkLst>
          <pc:docMk/>
          <pc:sldMk cId="2098520088" sldId="2147483646"/>
        </pc:sldMkLst>
        <pc:spChg chg="mod">
          <ac:chgData name="Joswitha Palipe" userId="38246810-b616-4aeb-acb2-70a0a9610a6e" providerId="ADAL" clId="{C010E78D-B79A-4592-B640-95F6AB5E8FD8}" dt="2026-01-29T03:49:22.408" v="377" actId="20577"/>
          <ac:spMkLst>
            <pc:docMk/>
            <pc:sldMk cId="2098520088" sldId="2147483646"/>
            <ac:spMk id="3" creationId="{38E16F8A-D87B-F0CF-0701-0D44894CE9B3}"/>
          </ac:spMkLst>
        </pc:spChg>
      </pc:sldChg>
      <pc:sldChg chg="modSp mod">
        <pc:chgData name="Joswitha Palipe" userId="38246810-b616-4aeb-acb2-70a0a9610a6e" providerId="ADAL" clId="{C010E78D-B79A-4592-B640-95F6AB5E8FD8}" dt="2026-01-26T10:08:48.231" v="16" actId="5793"/>
        <pc:sldMkLst>
          <pc:docMk/>
          <pc:sldMk cId="3048749251" sldId="2147483647"/>
        </pc:sldMkLst>
        <pc:spChg chg="mod">
          <ac:chgData name="Joswitha Palipe" userId="38246810-b616-4aeb-acb2-70a0a9610a6e" providerId="ADAL" clId="{C010E78D-B79A-4592-B640-95F6AB5E8FD8}" dt="2026-01-26T10:08:48.231" v="16" actId="5793"/>
          <ac:spMkLst>
            <pc:docMk/>
            <pc:sldMk cId="3048749251" sldId="2147483647"/>
            <ac:spMk id="3" creationId="{4C825A9A-04A3-9DA8-867B-4B70C5BF5AF0}"/>
          </ac:spMkLst>
        </pc:spChg>
      </pc:sldChg>
    </pc:docChg>
  </pc:docChgLst>
  <pc:docChgLst>
    <pc:chgData name="Joswitha Palipe" userId="38246810-b616-4aeb-acb2-70a0a9610a6e" providerId="ADAL" clId="{A9F665EB-4756-4C0E-B3D7-3A5AECCAC2B0}"/>
    <pc:docChg chg="undo custSel addSld delSld modSld sldOrd modSection">
      <pc:chgData name="Joswitha Palipe" userId="38246810-b616-4aeb-acb2-70a0a9610a6e" providerId="ADAL" clId="{A9F665EB-4756-4C0E-B3D7-3A5AECCAC2B0}" dt="2026-01-24T20:47:46.105" v="802"/>
      <pc:docMkLst>
        <pc:docMk/>
      </pc:docMkLst>
      <pc:sldChg chg="del">
        <pc:chgData name="Joswitha Palipe" userId="38246810-b616-4aeb-acb2-70a0a9610a6e" providerId="ADAL" clId="{A9F665EB-4756-4C0E-B3D7-3A5AECCAC2B0}" dt="2026-01-24T20:32:02.679" v="586" actId="2696"/>
        <pc:sldMkLst>
          <pc:docMk/>
          <pc:sldMk cId="1281378429" sldId="257"/>
        </pc:sldMkLst>
      </pc:sldChg>
      <pc:sldChg chg="modSp add mod">
        <pc:chgData name="Joswitha Palipe" userId="38246810-b616-4aeb-acb2-70a0a9610a6e" providerId="ADAL" clId="{A9F665EB-4756-4C0E-B3D7-3A5AECCAC2B0}" dt="2026-01-24T20:37:34.667" v="690" actId="1076"/>
        <pc:sldMkLst>
          <pc:docMk/>
          <pc:sldMk cId="2421939169" sldId="257"/>
        </pc:sldMkLst>
        <pc:spChg chg="mod">
          <ac:chgData name="Joswitha Palipe" userId="38246810-b616-4aeb-acb2-70a0a9610a6e" providerId="ADAL" clId="{A9F665EB-4756-4C0E-B3D7-3A5AECCAC2B0}" dt="2026-01-24T20:37:34.667" v="690" actId="1076"/>
          <ac:spMkLst>
            <pc:docMk/>
            <pc:sldMk cId="2421939169" sldId="257"/>
            <ac:spMk id="4" creationId="{7022D234-79D4-45CD-A6F7-46C2AE5F34A5}"/>
          </ac:spMkLst>
        </pc:spChg>
      </pc:sldChg>
      <pc:sldChg chg="modSp add mod">
        <pc:chgData name="Joswitha Palipe" userId="38246810-b616-4aeb-acb2-70a0a9610a6e" providerId="ADAL" clId="{A9F665EB-4756-4C0E-B3D7-3A5AECCAC2B0}" dt="2026-01-24T20:40:14.722" v="744" actId="20577"/>
        <pc:sldMkLst>
          <pc:docMk/>
          <pc:sldMk cId="1889436204" sldId="258"/>
        </pc:sldMkLst>
        <pc:spChg chg="mod">
          <ac:chgData name="Joswitha Palipe" userId="38246810-b616-4aeb-acb2-70a0a9610a6e" providerId="ADAL" clId="{A9F665EB-4756-4C0E-B3D7-3A5AECCAC2B0}" dt="2026-01-24T20:40:14.722" v="744" actId="20577"/>
          <ac:spMkLst>
            <pc:docMk/>
            <pc:sldMk cId="1889436204" sldId="258"/>
            <ac:spMk id="5" creationId="{EBDD6CD0-3248-4F81-B648-FBDB5ECFF934}"/>
          </ac:spMkLst>
        </pc:spChg>
      </pc:sldChg>
      <pc:sldChg chg="del">
        <pc:chgData name="Joswitha Palipe" userId="38246810-b616-4aeb-acb2-70a0a9610a6e" providerId="ADAL" clId="{A9F665EB-4756-4C0E-B3D7-3A5AECCAC2B0}" dt="2026-01-24T20:32:57.540" v="604" actId="2696"/>
        <pc:sldMkLst>
          <pc:docMk/>
          <pc:sldMk cId="4067354167" sldId="258"/>
        </pc:sldMkLst>
      </pc:sldChg>
      <pc:sldChg chg="del">
        <pc:chgData name="Joswitha Palipe" userId="38246810-b616-4aeb-acb2-70a0a9610a6e" providerId="ADAL" clId="{A9F665EB-4756-4C0E-B3D7-3A5AECCAC2B0}" dt="2026-01-24T20:32:43.696" v="600" actId="2696"/>
        <pc:sldMkLst>
          <pc:docMk/>
          <pc:sldMk cId="1267074128" sldId="259"/>
        </pc:sldMkLst>
      </pc:sldChg>
      <pc:sldChg chg="del">
        <pc:chgData name="Joswitha Palipe" userId="38246810-b616-4aeb-acb2-70a0a9610a6e" providerId="ADAL" clId="{A9F665EB-4756-4C0E-B3D7-3A5AECCAC2B0}" dt="2026-01-24T20:32:16.219" v="589" actId="2696"/>
        <pc:sldMkLst>
          <pc:docMk/>
          <pc:sldMk cId="234622032" sldId="260"/>
        </pc:sldMkLst>
      </pc:sldChg>
      <pc:sldChg chg="del">
        <pc:chgData name="Joswitha Palipe" userId="38246810-b616-4aeb-acb2-70a0a9610a6e" providerId="ADAL" clId="{A9F665EB-4756-4C0E-B3D7-3A5AECCAC2B0}" dt="2026-01-24T20:32:13.617" v="588" actId="2696"/>
        <pc:sldMkLst>
          <pc:docMk/>
          <pc:sldMk cId="3357968300" sldId="261"/>
        </pc:sldMkLst>
      </pc:sldChg>
      <pc:sldChg chg="del">
        <pc:chgData name="Joswitha Palipe" userId="38246810-b616-4aeb-acb2-70a0a9610a6e" providerId="ADAL" clId="{A9F665EB-4756-4C0E-B3D7-3A5AECCAC2B0}" dt="2026-01-24T20:32:50.287" v="602" actId="2696"/>
        <pc:sldMkLst>
          <pc:docMk/>
          <pc:sldMk cId="2120941022" sldId="262"/>
        </pc:sldMkLst>
      </pc:sldChg>
      <pc:sldChg chg="del">
        <pc:chgData name="Joswitha Palipe" userId="38246810-b616-4aeb-acb2-70a0a9610a6e" providerId="ADAL" clId="{A9F665EB-4756-4C0E-B3D7-3A5AECCAC2B0}" dt="2026-01-24T20:32:40.979" v="599" actId="2696"/>
        <pc:sldMkLst>
          <pc:docMk/>
          <pc:sldMk cId="129144057" sldId="263"/>
        </pc:sldMkLst>
      </pc:sldChg>
      <pc:sldChg chg="del">
        <pc:chgData name="Joswitha Palipe" userId="38246810-b616-4aeb-acb2-70a0a9610a6e" providerId="ADAL" clId="{A9F665EB-4756-4C0E-B3D7-3A5AECCAC2B0}" dt="2026-01-24T20:33:02.752" v="606" actId="2696"/>
        <pc:sldMkLst>
          <pc:docMk/>
          <pc:sldMk cId="1955929261" sldId="264"/>
        </pc:sldMkLst>
      </pc:sldChg>
      <pc:sldChg chg="del">
        <pc:chgData name="Joswitha Palipe" userId="38246810-b616-4aeb-acb2-70a0a9610a6e" providerId="ADAL" clId="{A9F665EB-4756-4C0E-B3D7-3A5AECCAC2B0}" dt="2026-01-24T20:32:55.223" v="603" actId="2696"/>
        <pc:sldMkLst>
          <pc:docMk/>
          <pc:sldMk cId="3217280697" sldId="265"/>
        </pc:sldMkLst>
      </pc:sldChg>
      <pc:sldChg chg="del">
        <pc:chgData name="Joswitha Palipe" userId="38246810-b616-4aeb-acb2-70a0a9610a6e" providerId="ADAL" clId="{A9F665EB-4756-4C0E-B3D7-3A5AECCAC2B0}" dt="2026-01-24T20:33:00.188" v="605" actId="2696"/>
        <pc:sldMkLst>
          <pc:docMk/>
          <pc:sldMk cId="3844576234" sldId="266"/>
        </pc:sldMkLst>
      </pc:sldChg>
      <pc:sldChg chg="addSp modSp mod">
        <pc:chgData name="Joswitha Palipe" userId="38246810-b616-4aeb-acb2-70a0a9610a6e" providerId="ADAL" clId="{A9F665EB-4756-4C0E-B3D7-3A5AECCAC2B0}" dt="2026-01-24T17:34:30.488" v="30" actId="113"/>
        <pc:sldMkLst>
          <pc:docMk/>
          <pc:sldMk cId="912478801" sldId="267"/>
        </pc:sldMkLst>
        <pc:spChg chg="add mod">
          <ac:chgData name="Joswitha Palipe" userId="38246810-b616-4aeb-acb2-70a0a9610a6e" providerId="ADAL" clId="{A9F665EB-4756-4C0E-B3D7-3A5AECCAC2B0}" dt="2026-01-24T17:34:30.488" v="30" actId="113"/>
          <ac:spMkLst>
            <pc:docMk/>
            <pc:sldMk cId="912478801" sldId="267"/>
            <ac:spMk id="9" creationId="{DCEF224F-2CA4-4482-9728-767C29876180}"/>
          </ac:spMkLst>
        </pc:spChg>
      </pc:sldChg>
      <pc:sldChg chg="modSp mod">
        <pc:chgData name="Joswitha Palipe" userId="38246810-b616-4aeb-acb2-70a0a9610a6e" providerId="ADAL" clId="{A9F665EB-4756-4C0E-B3D7-3A5AECCAC2B0}" dt="2026-01-24T19:16:01.268" v="36" actId="14100"/>
        <pc:sldMkLst>
          <pc:docMk/>
          <pc:sldMk cId="3288948656" sldId="268"/>
        </pc:sldMkLst>
        <pc:spChg chg="mod">
          <ac:chgData name="Joswitha Palipe" userId="38246810-b616-4aeb-acb2-70a0a9610a6e" providerId="ADAL" clId="{A9F665EB-4756-4C0E-B3D7-3A5AECCAC2B0}" dt="2026-01-24T19:16:01.268" v="36" actId="14100"/>
          <ac:spMkLst>
            <pc:docMk/>
            <pc:sldMk cId="3288948656" sldId="268"/>
            <ac:spMk id="2" creationId="{4A5F93C8-1081-E737-7BA5-33F140709EB4}"/>
          </ac:spMkLst>
        </pc:spChg>
      </pc:sldChg>
      <pc:sldChg chg="del">
        <pc:chgData name="Joswitha Palipe" userId="38246810-b616-4aeb-acb2-70a0a9610a6e" providerId="ADAL" clId="{A9F665EB-4756-4C0E-B3D7-3A5AECCAC2B0}" dt="2026-01-24T20:32:38.471" v="598" actId="2696"/>
        <pc:sldMkLst>
          <pc:docMk/>
          <pc:sldMk cId="1454164914" sldId="269"/>
        </pc:sldMkLst>
      </pc:sldChg>
      <pc:sldChg chg="del">
        <pc:chgData name="Joswitha Palipe" userId="38246810-b616-4aeb-acb2-70a0a9610a6e" providerId="ADAL" clId="{A9F665EB-4756-4C0E-B3D7-3A5AECCAC2B0}" dt="2026-01-24T20:32:33.333" v="596" actId="2696"/>
        <pc:sldMkLst>
          <pc:docMk/>
          <pc:sldMk cId="3258295017" sldId="270"/>
        </pc:sldMkLst>
      </pc:sldChg>
      <pc:sldChg chg="del">
        <pc:chgData name="Joswitha Palipe" userId="38246810-b616-4aeb-acb2-70a0a9610a6e" providerId="ADAL" clId="{A9F665EB-4756-4C0E-B3D7-3A5AECCAC2B0}" dt="2026-01-24T20:32:23.478" v="592" actId="2696"/>
        <pc:sldMkLst>
          <pc:docMk/>
          <pc:sldMk cId="1357401327" sldId="271"/>
        </pc:sldMkLst>
      </pc:sldChg>
      <pc:sldChg chg="del">
        <pc:chgData name="Joswitha Palipe" userId="38246810-b616-4aeb-acb2-70a0a9610a6e" providerId="ADAL" clId="{A9F665EB-4756-4C0E-B3D7-3A5AECCAC2B0}" dt="2026-01-24T20:32:28.145" v="594" actId="2696"/>
        <pc:sldMkLst>
          <pc:docMk/>
          <pc:sldMk cId="665327997" sldId="273"/>
        </pc:sldMkLst>
      </pc:sldChg>
      <pc:sldChg chg="del">
        <pc:chgData name="Joswitha Palipe" userId="38246810-b616-4aeb-acb2-70a0a9610a6e" providerId="ADAL" clId="{A9F665EB-4756-4C0E-B3D7-3A5AECCAC2B0}" dt="2026-01-24T20:32:20.949" v="591" actId="2696"/>
        <pc:sldMkLst>
          <pc:docMk/>
          <pc:sldMk cId="1660629827" sldId="275"/>
        </pc:sldMkLst>
      </pc:sldChg>
      <pc:sldChg chg="addSp delSp modSp add mod">
        <pc:chgData name="Joswitha Palipe" userId="38246810-b616-4aeb-acb2-70a0a9610a6e" providerId="ADAL" clId="{A9F665EB-4756-4C0E-B3D7-3A5AECCAC2B0}" dt="2026-01-24T20:21:11.913" v="417" actId="1076"/>
        <pc:sldMkLst>
          <pc:docMk/>
          <pc:sldMk cId="3945981100" sldId="277"/>
        </pc:sldMkLst>
        <pc:spChg chg="mod">
          <ac:chgData name="Joswitha Palipe" userId="38246810-b616-4aeb-acb2-70a0a9610a6e" providerId="ADAL" clId="{A9F665EB-4756-4C0E-B3D7-3A5AECCAC2B0}" dt="2026-01-24T20:21:11.913" v="417" actId="1076"/>
          <ac:spMkLst>
            <pc:docMk/>
            <pc:sldMk cId="3945981100" sldId="277"/>
            <ac:spMk id="5" creationId="{04F677E5-3804-4068-A375-C308DC4BA334}"/>
          </ac:spMkLst>
        </pc:spChg>
        <pc:picChg chg="del">
          <ac:chgData name="Joswitha Palipe" userId="38246810-b616-4aeb-acb2-70a0a9610a6e" providerId="ADAL" clId="{A9F665EB-4756-4C0E-B3D7-3A5AECCAC2B0}" dt="2026-01-24T19:21:47.470" v="80" actId="21"/>
          <ac:picMkLst>
            <pc:docMk/>
            <pc:sldMk cId="3945981100" sldId="277"/>
            <ac:picMk id="4" creationId="{B9191832-7D15-46A1-9EAE-F0E77E93007E}"/>
          </ac:picMkLst>
        </pc:picChg>
        <pc:picChg chg="add mod modCrop">
          <ac:chgData name="Joswitha Palipe" userId="38246810-b616-4aeb-acb2-70a0a9610a6e" providerId="ADAL" clId="{A9F665EB-4756-4C0E-B3D7-3A5AECCAC2B0}" dt="2026-01-24T19:22:32.007" v="93" actId="1076"/>
          <ac:picMkLst>
            <pc:docMk/>
            <pc:sldMk cId="3945981100" sldId="277"/>
            <ac:picMk id="6" creationId="{FE904EE4-BE6F-4C09-A1A6-7BC1AE0D6534}"/>
          </ac:picMkLst>
        </pc:picChg>
      </pc:sldChg>
      <pc:sldChg chg="del">
        <pc:chgData name="Joswitha Palipe" userId="38246810-b616-4aeb-acb2-70a0a9610a6e" providerId="ADAL" clId="{A9F665EB-4756-4C0E-B3D7-3A5AECCAC2B0}" dt="2026-01-24T20:32:46.312" v="601" actId="2696"/>
        <pc:sldMkLst>
          <pc:docMk/>
          <pc:sldMk cId="1819780983" sldId="278"/>
        </pc:sldMkLst>
      </pc:sldChg>
      <pc:sldChg chg="del">
        <pc:chgData name="Joswitha Palipe" userId="38246810-b616-4aeb-acb2-70a0a9610a6e" providerId="ADAL" clId="{A9F665EB-4756-4C0E-B3D7-3A5AECCAC2B0}" dt="2026-01-24T20:32:10.647" v="587" actId="2696"/>
        <pc:sldMkLst>
          <pc:docMk/>
          <pc:sldMk cId="1057745776" sldId="279"/>
        </pc:sldMkLst>
      </pc:sldChg>
      <pc:sldChg chg="del">
        <pc:chgData name="Joswitha Palipe" userId="38246810-b616-4aeb-acb2-70a0a9610a6e" providerId="ADAL" clId="{A9F665EB-4756-4C0E-B3D7-3A5AECCAC2B0}" dt="2026-01-24T20:32:18.703" v="590" actId="2696"/>
        <pc:sldMkLst>
          <pc:docMk/>
          <pc:sldMk cId="447965525" sldId="280"/>
        </pc:sldMkLst>
      </pc:sldChg>
      <pc:sldChg chg="del">
        <pc:chgData name="Joswitha Palipe" userId="38246810-b616-4aeb-acb2-70a0a9610a6e" providerId="ADAL" clId="{A9F665EB-4756-4C0E-B3D7-3A5AECCAC2B0}" dt="2026-01-24T20:32:35.712" v="597" actId="2696"/>
        <pc:sldMkLst>
          <pc:docMk/>
          <pc:sldMk cId="3318612533" sldId="281"/>
        </pc:sldMkLst>
      </pc:sldChg>
      <pc:sldChg chg="del">
        <pc:chgData name="Joswitha Palipe" userId="38246810-b616-4aeb-acb2-70a0a9610a6e" providerId="ADAL" clId="{A9F665EB-4756-4C0E-B3D7-3A5AECCAC2B0}" dt="2026-01-24T20:33:05.223" v="607" actId="2696"/>
        <pc:sldMkLst>
          <pc:docMk/>
          <pc:sldMk cId="3020700894" sldId="282"/>
        </pc:sldMkLst>
      </pc:sldChg>
      <pc:sldChg chg="del">
        <pc:chgData name="Joswitha Palipe" userId="38246810-b616-4aeb-acb2-70a0a9610a6e" providerId="ADAL" clId="{A9F665EB-4756-4C0E-B3D7-3A5AECCAC2B0}" dt="2026-01-24T20:32:30.301" v="595" actId="2696"/>
        <pc:sldMkLst>
          <pc:docMk/>
          <pc:sldMk cId="2340856133" sldId="283"/>
        </pc:sldMkLst>
      </pc:sldChg>
      <pc:sldChg chg="del">
        <pc:chgData name="Joswitha Palipe" userId="38246810-b616-4aeb-acb2-70a0a9610a6e" providerId="ADAL" clId="{A9F665EB-4756-4C0E-B3D7-3A5AECCAC2B0}" dt="2026-01-24T20:32:25.824" v="593" actId="2696"/>
        <pc:sldMkLst>
          <pc:docMk/>
          <pc:sldMk cId="3041609101" sldId="284"/>
        </pc:sldMkLst>
      </pc:sldChg>
      <pc:sldChg chg="modSp mod">
        <pc:chgData name="Joswitha Palipe" userId="38246810-b616-4aeb-acb2-70a0a9610a6e" providerId="ADAL" clId="{A9F665EB-4756-4C0E-B3D7-3A5AECCAC2B0}" dt="2026-01-24T20:36:38.188" v="675" actId="113"/>
        <pc:sldMkLst>
          <pc:docMk/>
          <pc:sldMk cId="1819868900" sldId="288"/>
        </pc:sldMkLst>
        <pc:spChg chg="mod">
          <ac:chgData name="Joswitha Palipe" userId="38246810-b616-4aeb-acb2-70a0a9610a6e" providerId="ADAL" clId="{A9F665EB-4756-4C0E-B3D7-3A5AECCAC2B0}" dt="2026-01-24T20:36:38.188" v="675" actId="113"/>
          <ac:spMkLst>
            <pc:docMk/>
            <pc:sldMk cId="1819868900" sldId="288"/>
            <ac:spMk id="4" creationId="{7022D234-79D4-45CD-A6F7-46C2AE5F34A5}"/>
          </ac:spMkLst>
        </pc:spChg>
      </pc:sldChg>
      <pc:sldChg chg="modSp mod">
        <pc:chgData name="Joswitha Palipe" userId="38246810-b616-4aeb-acb2-70a0a9610a6e" providerId="ADAL" clId="{A9F665EB-4756-4C0E-B3D7-3A5AECCAC2B0}" dt="2026-01-24T20:40:49.328" v="775" actId="20577"/>
        <pc:sldMkLst>
          <pc:docMk/>
          <pc:sldMk cId="1660815649" sldId="289"/>
        </pc:sldMkLst>
        <pc:spChg chg="mod">
          <ac:chgData name="Joswitha Palipe" userId="38246810-b616-4aeb-acb2-70a0a9610a6e" providerId="ADAL" clId="{A9F665EB-4756-4C0E-B3D7-3A5AECCAC2B0}" dt="2026-01-24T20:40:49.328" v="775" actId="20577"/>
          <ac:spMkLst>
            <pc:docMk/>
            <pc:sldMk cId="1660815649" sldId="289"/>
            <ac:spMk id="5" creationId="{EBDD6CD0-3248-4F81-B648-FBDB5ECFF934}"/>
          </ac:spMkLst>
        </pc:spChg>
      </pc:sldChg>
      <pc:sldChg chg="modSp mod">
        <pc:chgData name="Joswitha Palipe" userId="38246810-b616-4aeb-acb2-70a0a9610a6e" providerId="ADAL" clId="{A9F665EB-4756-4C0E-B3D7-3A5AECCAC2B0}" dt="2026-01-24T20:19:14.945" v="416" actId="20577"/>
        <pc:sldMkLst>
          <pc:docMk/>
          <pc:sldMk cId="514638296" sldId="291"/>
        </pc:sldMkLst>
        <pc:spChg chg="mod">
          <ac:chgData name="Joswitha Palipe" userId="38246810-b616-4aeb-acb2-70a0a9610a6e" providerId="ADAL" clId="{A9F665EB-4756-4C0E-B3D7-3A5AECCAC2B0}" dt="2026-01-24T20:19:14.945" v="416" actId="20577"/>
          <ac:spMkLst>
            <pc:docMk/>
            <pc:sldMk cId="514638296" sldId="291"/>
            <ac:spMk id="3" creationId="{7989CF3D-BA50-4EDE-9916-EC35C7DAEDCB}"/>
          </ac:spMkLst>
        </pc:spChg>
      </pc:sldChg>
      <pc:sldChg chg="modSp mod">
        <pc:chgData name="Joswitha Palipe" userId="38246810-b616-4aeb-acb2-70a0a9610a6e" providerId="ADAL" clId="{A9F665EB-4756-4C0E-B3D7-3A5AECCAC2B0}" dt="2026-01-24T20:22:46.136" v="418" actId="1076"/>
        <pc:sldMkLst>
          <pc:docMk/>
          <pc:sldMk cId="1512300918" sldId="292"/>
        </pc:sldMkLst>
        <pc:spChg chg="mod">
          <ac:chgData name="Joswitha Palipe" userId="38246810-b616-4aeb-acb2-70a0a9610a6e" providerId="ADAL" clId="{A9F665EB-4756-4C0E-B3D7-3A5AECCAC2B0}" dt="2026-01-24T20:22:46.136" v="418" actId="1076"/>
          <ac:spMkLst>
            <pc:docMk/>
            <pc:sldMk cId="1512300918" sldId="292"/>
            <ac:spMk id="3" creationId="{7989CF3D-BA50-4EDE-9916-EC35C7DAEDCB}"/>
          </ac:spMkLst>
        </pc:spChg>
      </pc:sldChg>
      <pc:sldChg chg="addSp modSp mod">
        <pc:chgData name="Joswitha Palipe" userId="38246810-b616-4aeb-acb2-70a0a9610a6e" providerId="ADAL" clId="{A9F665EB-4756-4C0E-B3D7-3A5AECCAC2B0}" dt="2026-01-24T19:20:07.715" v="46" actId="1076"/>
        <pc:sldMkLst>
          <pc:docMk/>
          <pc:sldMk cId="3350666346" sldId="293"/>
        </pc:sldMkLst>
        <pc:spChg chg="mod">
          <ac:chgData name="Joswitha Palipe" userId="38246810-b616-4aeb-acb2-70a0a9610a6e" providerId="ADAL" clId="{A9F665EB-4756-4C0E-B3D7-3A5AECCAC2B0}" dt="2026-01-24T19:16:20.173" v="39" actId="20577"/>
          <ac:spMkLst>
            <pc:docMk/>
            <pc:sldMk cId="3350666346" sldId="293"/>
            <ac:spMk id="5" creationId="{04F677E5-3804-4068-A375-C308DC4BA334}"/>
          </ac:spMkLst>
        </pc:spChg>
        <pc:picChg chg="add mod">
          <ac:chgData name="Joswitha Palipe" userId="38246810-b616-4aeb-acb2-70a0a9610a6e" providerId="ADAL" clId="{A9F665EB-4756-4C0E-B3D7-3A5AECCAC2B0}" dt="2026-01-24T19:20:07.715" v="46" actId="1076"/>
          <ac:picMkLst>
            <pc:docMk/>
            <pc:sldMk cId="3350666346" sldId="293"/>
            <ac:picMk id="4" creationId="{B9191832-7D15-46A1-9EAE-F0E77E93007E}"/>
          </ac:picMkLst>
        </pc:picChg>
      </pc:sldChg>
      <pc:sldChg chg="addSp delSp modSp add mod ord modClrScheme chgLayout">
        <pc:chgData name="Joswitha Palipe" userId="38246810-b616-4aeb-acb2-70a0a9610a6e" providerId="ADAL" clId="{A9F665EB-4756-4C0E-B3D7-3A5AECCAC2B0}" dt="2026-01-24T20:28:13.244" v="516" actId="26606"/>
        <pc:sldMkLst>
          <pc:docMk/>
          <pc:sldMk cId="1221492198" sldId="294"/>
        </pc:sldMkLst>
        <pc:spChg chg="mod">
          <ac:chgData name="Joswitha Palipe" userId="38246810-b616-4aeb-acb2-70a0a9610a6e" providerId="ADAL" clId="{A9F665EB-4756-4C0E-B3D7-3A5AECCAC2B0}" dt="2026-01-24T20:28:13.244" v="516" actId="26606"/>
          <ac:spMkLst>
            <pc:docMk/>
            <pc:sldMk cId="1221492198" sldId="294"/>
            <ac:spMk id="2" creationId="{A022E8C7-95E0-A4B7-54CB-AA4CCD1E7040}"/>
          </ac:spMkLst>
        </pc:spChg>
        <pc:spChg chg="del">
          <ac:chgData name="Joswitha Palipe" userId="38246810-b616-4aeb-acb2-70a0a9610a6e" providerId="ADAL" clId="{A9F665EB-4756-4C0E-B3D7-3A5AECCAC2B0}" dt="2026-01-24T20:26:23.487" v="422" actId="478"/>
          <ac:spMkLst>
            <pc:docMk/>
            <pc:sldMk cId="1221492198" sldId="294"/>
            <ac:spMk id="3" creationId="{F9A0B4D0-2F01-4A43-9752-E6945EFF1E67}"/>
          </ac:spMkLst>
        </pc:spChg>
        <pc:picChg chg="add mod">
          <ac:chgData name="Joswitha Palipe" userId="38246810-b616-4aeb-acb2-70a0a9610a6e" providerId="ADAL" clId="{A9F665EB-4756-4C0E-B3D7-3A5AECCAC2B0}" dt="2026-01-24T20:28:13.244" v="516" actId="26606"/>
          <ac:picMkLst>
            <pc:docMk/>
            <pc:sldMk cId="1221492198" sldId="294"/>
            <ac:picMk id="5" creationId="{E58B2A3A-5338-44D7-AF84-222952A3E21E}"/>
          </ac:picMkLst>
        </pc:picChg>
        <pc:picChg chg="del">
          <ac:chgData name="Joswitha Palipe" userId="38246810-b616-4aeb-acb2-70a0a9610a6e" providerId="ADAL" clId="{A9F665EB-4756-4C0E-B3D7-3A5AECCAC2B0}" dt="2026-01-24T20:26:27.550" v="423" actId="21"/>
          <ac:picMkLst>
            <pc:docMk/>
            <pc:sldMk cId="1221492198" sldId="294"/>
            <ac:picMk id="10" creationId="{77F51738-3AFE-405F-8DB7-79CE05DE6E58}"/>
          </ac:picMkLst>
        </pc:picChg>
      </pc:sldChg>
      <pc:sldChg chg="new del">
        <pc:chgData name="Joswitha Palipe" userId="38246810-b616-4aeb-acb2-70a0a9610a6e" providerId="ADAL" clId="{A9F665EB-4756-4C0E-B3D7-3A5AECCAC2B0}" dt="2026-01-24T19:23:52.434" v="236" actId="2696"/>
        <pc:sldMkLst>
          <pc:docMk/>
          <pc:sldMk cId="3272476063" sldId="294"/>
        </pc:sldMkLst>
      </pc:sldChg>
      <pc:sldChg chg="addSp delSp modSp add mod">
        <pc:chgData name="Joswitha Palipe" userId="38246810-b616-4aeb-acb2-70a0a9610a6e" providerId="ADAL" clId="{A9F665EB-4756-4C0E-B3D7-3A5AECCAC2B0}" dt="2026-01-24T20:47:46.105" v="802"/>
        <pc:sldMkLst>
          <pc:docMk/>
          <pc:sldMk cId="2130006696" sldId="295"/>
        </pc:sldMkLst>
        <pc:spChg chg="mod">
          <ac:chgData name="Joswitha Palipe" userId="38246810-b616-4aeb-acb2-70a0a9610a6e" providerId="ADAL" clId="{A9F665EB-4756-4C0E-B3D7-3A5AECCAC2B0}" dt="2026-01-24T20:28:37.305" v="566" actId="20577"/>
          <ac:spMkLst>
            <pc:docMk/>
            <pc:sldMk cId="2130006696" sldId="295"/>
            <ac:spMk id="2" creationId="{A022E8C7-95E0-A4B7-54CB-AA4CCD1E7040}"/>
          </ac:spMkLst>
        </pc:spChg>
        <pc:spChg chg="add mod">
          <ac:chgData name="Joswitha Palipe" userId="38246810-b616-4aeb-acb2-70a0a9610a6e" providerId="ADAL" clId="{A9F665EB-4756-4C0E-B3D7-3A5AECCAC2B0}" dt="2026-01-24T20:47:46.105" v="802"/>
          <ac:spMkLst>
            <pc:docMk/>
            <pc:sldMk cId="2130006696" sldId="295"/>
            <ac:spMk id="3" creationId="{EB8619E2-A5C8-4B71-AF02-AF1D67CD9DC6}"/>
          </ac:spMkLst>
        </pc:spChg>
        <pc:picChg chg="del">
          <ac:chgData name="Joswitha Palipe" userId="38246810-b616-4aeb-acb2-70a0a9610a6e" providerId="ADAL" clId="{A9F665EB-4756-4C0E-B3D7-3A5AECCAC2B0}" dt="2026-01-24T20:28:27.906" v="518" actId="478"/>
          <ac:picMkLst>
            <pc:docMk/>
            <pc:sldMk cId="2130006696" sldId="295"/>
            <ac:picMk id="5" creationId="{E58B2A3A-5338-44D7-AF84-222952A3E21E}"/>
          </ac:picMkLst>
        </pc:picChg>
      </pc:sldChg>
      <pc:sldChg chg="addSp delSp modSp add mod">
        <pc:chgData name="Joswitha Palipe" userId="38246810-b616-4aeb-acb2-70a0a9610a6e" providerId="ADAL" clId="{A9F665EB-4756-4C0E-B3D7-3A5AECCAC2B0}" dt="2026-01-24T20:30:27.095" v="584" actId="1076"/>
        <pc:sldMkLst>
          <pc:docMk/>
          <pc:sldMk cId="344076904" sldId="296"/>
        </pc:sldMkLst>
        <pc:spChg chg="del">
          <ac:chgData name="Joswitha Palipe" userId="38246810-b616-4aeb-acb2-70a0a9610a6e" providerId="ADAL" clId="{A9F665EB-4756-4C0E-B3D7-3A5AECCAC2B0}" dt="2026-01-24T20:30:19.836" v="580" actId="478"/>
          <ac:spMkLst>
            <pc:docMk/>
            <pc:sldMk cId="344076904" sldId="296"/>
            <ac:spMk id="2" creationId="{A022E8C7-95E0-A4B7-54CB-AA4CCD1E7040}"/>
          </ac:spMkLst>
        </pc:spChg>
        <pc:spChg chg="del mod ord">
          <ac:chgData name="Joswitha Palipe" userId="38246810-b616-4aeb-acb2-70a0a9610a6e" providerId="ADAL" clId="{A9F665EB-4756-4C0E-B3D7-3A5AECCAC2B0}" dt="2026-01-24T20:30:19.837" v="582"/>
          <ac:spMkLst>
            <pc:docMk/>
            <pc:sldMk cId="344076904" sldId="296"/>
            <ac:spMk id="3" creationId="{EB8619E2-A5C8-4B71-AF02-AF1D67CD9DC6}"/>
          </ac:spMkLst>
        </pc:spChg>
        <pc:spChg chg="add del mod">
          <ac:chgData name="Joswitha Palipe" userId="38246810-b616-4aeb-acb2-70a0a9610a6e" providerId="ADAL" clId="{A9F665EB-4756-4C0E-B3D7-3A5AECCAC2B0}" dt="2026-01-24T20:30:25.095" v="583" actId="21"/>
          <ac:spMkLst>
            <pc:docMk/>
            <pc:sldMk cId="344076904" sldId="296"/>
            <ac:spMk id="7" creationId="{2AC9A209-5246-472C-8A8A-CC17DB9AC9B0}"/>
          </ac:spMkLst>
        </pc:spChg>
        <pc:picChg chg="add mod">
          <ac:chgData name="Joswitha Palipe" userId="38246810-b616-4aeb-acb2-70a0a9610a6e" providerId="ADAL" clId="{A9F665EB-4756-4C0E-B3D7-3A5AECCAC2B0}" dt="2026-01-24T20:30:27.095" v="584" actId="1076"/>
          <ac:picMkLst>
            <pc:docMk/>
            <pc:sldMk cId="344076904" sldId="296"/>
            <ac:picMk id="5" creationId="{00DBDA65-9E88-4D9A-86DC-C8915189C638}"/>
          </ac:picMkLst>
        </pc:picChg>
      </pc:sldChg>
      <pc:sldChg chg="modSp mod">
        <pc:chgData name="Joswitha Palipe" userId="38246810-b616-4aeb-acb2-70a0a9610a6e" providerId="ADAL" clId="{A9F665EB-4756-4C0E-B3D7-3A5AECCAC2B0}" dt="2026-01-24T19:26:23.826" v="294" actId="20577"/>
        <pc:sldMkLst>
          <pc:docMk/>
          <pc:sldMk cId="2098520088" sldId="2147483646"/>
        </pc:sldMkLst>
        <pc:spChg chg="mod">
          <ac:chgData name="Joswitha Palipe" userId="38246810-b616-4aeb-acb2-70a0a9610a6e" providerId="ADAL" clId="{A9F665EB-4756-4C0E-B3D7-3A5AECCAC2B0}" dt="2026-01-24T19:26:23.826" v="294" actId="20577"/>
          <ac:spMkLst>
            <pc:docMk/>
            <pc:sldMk cId="2098520088" sldId="2147483646"/>
            <ac:spMk id="3" creationId="{38E16F8A-D87B-F0CF-0701-0D44894CE9B3}"/>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F9F90D6-EA80-7593-E05A-37E83363FF6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04C3A00-CBE1-7802-7682-A0B4A9560A8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E615D20-19FB-7643-B4C3-7635047816BF}" type="datetimeFigureOut">
              <a:rPr lang="en-US" smtClean="0"/>
              <a:t>1/29/2026</a:t>
            </a:fld>
            <a:endParaRPr lang="en-US"/>
          </a:p>
        </p:txBody>
      </p:sp>
      <p:sp>
        <p:nvSpPr>
          <p:cNvPr id="4" name="Footer Placeholder 3">
            <a:extLst>
              <a:ext uri="{FF2B5EF4-FFF2-40B4-BE49-F238E27FC236}">
                <a16:creationId xmlns:a16="http://schemas.microsoft.com/office/drawing/2014/main" id="{C99AF343-9A72-9596-D640-411EDDA8E66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DC9FFAC-17AE-BC5F-0EB1-918C780967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63E040-8878-A640-8937-37A1C16D2247}" type="slidenum">
              <a:rPr lang="en-US" smtClean="0"/>
              <a:t>‹#›</a:t>
            </a:fld>
            <a:endParaRPr lang="en-US"/>
          </a:p>
        </p:txBody>
      </p:sp>
    </p:spTree>
    <p:extLst>
      <p:ext uri="{BB962C8B-B14F-4D97-AF65-F5344CB8AC3E}">
        <p14:creationId xmlns:p14="http://schemas.microsoft.com/office/powerpoint/2010/main" val="287736189"/>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7B2D62-B6A2-3447-9923-CFB87486FFF6}" type="datetimeFigureOut">
              <a:rPr lang="en-US" smtClean="0"/>
              <a:t>1/29/2026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E393BE-9545-FE4D-A649-E5FAB4D36A63}" type="slidenum">
              <a:rPr lang="en-US" smtClean="0"/>
              <a:t>‹#›</a:t>
            </a:fld>
            <a:endParaRPr lang="en-US"/>
          </a:p>
        </p:txBody>
      </p:sp>
    </p:spTree>
    <p:extLst>
      <p:ext uri="{BB962C8B-B14F-4D97-AF65-F5344CB8AC3E}">
        <p14:creationId xmlns:p14="http://schemas.microsoft.com/office/powerpoint/2010/main" val="1674554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CC407A1-90CB-2CFB-EFA4-C620A62C7C95}"/>
              </a:ext>
            </a:extLst>
          </p:cNvPr>
          <p:cNvPicPr>
            <a:picLocks noChangeAspect="1"/>
          </p:cNvPicPr>
          <p:nvPr userDrawn="1"/>
        </p:nvPicPr>
        <p:blipFill>
          <a:blip r:embed="rId2"/>
          <a:stretch>
            <a:fillRect/>
          </a:stretch>
        </p:blipFill>
        <p:spPr>
          <a:xfrm>
            <a:off x="-1" y="-1"/>
            <a:ext cx="12192001" cy="6858001"/>
          </a:xfrm>
          <a:prstGeom prst="rect">
            <a:avLst/>
          </a:prstGeom>
        </p:spPr>
      </p:pic>
      <p:pic>
        <p:nvPicPr>
          <p:cNvPr id="3" name="OpenText Logo - OT" descr="preencoded.png">
            <a:extLst>
              <a:ext uri="{FF2B5EF4-FFF2-40B4-BE49-F238E27FC236}">
                <a16:creationId xmlns:a16="http://schemas.microsoft.com/office/drawing/2014/main" id="{D06AD010-1E48-11CC-50BE-1BABF7FDD875}"/>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605481" y="523006"/>
            <a:ext cx="2814115" cy="450850"/>
          </a:xfrm>
          <a:prstGeom prst="rect">
            <a:avLst/>
          </a:prstGeom>
        </p:spPr>
      </p:pic>
      <p:sp>
        <p:nvSpPr>
          <p:cNvPr id="12" name="Text Placeholder 11">
            <a:extLst>
              <a:ext uri="{FF2B5EF4-FFF2-40B4-BE49-F238E27FC236}">
                <a16:creationId xmlns:a16="http://schemas.microsoft.com/office/drawing/2014/main" id="{91D23AB7-D48E-077B-5A0F-CB869DE30A37}"/>
              </a:ext>
            </a:extLst>
          </p:cNvPr>
          <p:cNvSpPr>
            <a:spLocks noGrp="1"/>
          </p:cNvSpPr>
          <p:nvPr>
            <p:ph type="body" sz="quarter" idx="10" hasCustomPrompt="1"/>
          </p:nvPr>
        </p:nvSpPr>
        <p:spPr>
          <a:xfrm>
            <a:off x="609600" y="2043114"/>
            <a:ext cx="5486400" cy="1657350"/>
          </a:xfrm>
          <a:prstGeom prst="rect">
            <a:avLst/>
          </a:prstGeom>
          <a:noFill/>
          <a:ln/>
        </p:spPr>
        <p:txBody>
          <a:bodyPr wrap="square" lIns="0" tIns="0" rIns="0" bIns="0" rtlCol="0" anchor="b"/>
          <a:lstStyle>
            <a:lvl1pPr marL="0" indent="0">
              <a:buNone/>
              <a:defRPr lang="en-US" sz="4750" b="1" kern="0" spc="-100" dirty="0">
                <a:solidFill>
                  <a:srgbClr val="FFFFFF"/>
                </a:solidFill>
                <a:latin typeface="Arial" panose="020B0604020202020204" pitchFamily="34" charset="0"/>
                <a:ea typeface="Inter Semi Bold" pitchFamily="34" charset="-122"/>
                <a:cs typeface="Arial" panose="020B0604020202020204" pitchFamily="34" charset="0"/>
              </a:defRPr>
            </a:lvl1pPr>
          </a:lstStyle>
          <a:p>
            <a:pPr marL="0" lvl="0"/>
            <a:r>
              <a:rPr lang="en-US" dirty="0"/>
              <a:t>Presentation title</a:t>
            </a:r>
          </a:p>
        </p:txBody>
      </p:sp>
      <p:sp>
        <p:nvSpPr>
          <p:cNvPr id="14" name="Text Placeholder 13">
            <a:extLst>
              <a:ext uri="{FF2B5EF4-FFF2-40B4-BE49-F238E27FC236}">
                <a16:creationId xmlns:a16="http://schemas.microsoft.com/office/drawing/2014/main" id="{7B83FC86-084C-E0AC-180D-94D7151C634D}"/>
              </a:ext>
            </a:extLst>
          </p:cNvPr>
          <p:cNvSpPr>
            <a:spLocks noGrp="1"/>
          </p:cNvSpPr>
          <p:nvPr>
            <p:ph type="body" sz="quarter" idx="11" hasCustomPrompt="1"/>
          </p:nvPr>
        </p:nvSpPr>
        <p:spPr>
          <a:xfrm>
            <a:off x="609600" y="3834274"/>
            <a:ext cx="5486400" cy="658813"/>
          </a:xfrm>
          <a:prstGeom prst="rect">
            <a:avLst/>
          </a:prstGeom>
        </p:spPr>
        <p:txBody>
          <a:bodyPr lIns="0" tIns="0" rIns="0" bIns="0"/>
          <a:lstStyle>
            <a:lvl1pPr marL="0" indent="0">
              <a:buNone/>
              <a:defRPr sz="2250">
                <a:solidFill>
                  <a:schemeClr val="bg1">
                    <a:lumMod val="85000"/>
                  </a:schemeClr>
                </a:solidFill>
                <a:latin typeface="Arial" panose="020B0604020202020204" pitchFamily="34" charset="0"/>
                <a:cs typeface="Arial" panose="020B0604020202020204" pitchFamily="34" charset="0"/>
              </a:defRPr>
            </a:lvl1pPr>
          </a:lstStyle>
          <a:p>
            <a:pPr lvl="0"/>
            <a:r>
              <a:rPr lang="en-US" dirty="0"/>
              <a:t>Sample subtitle</a:t>
            </a:r>
          </a:p>
        </p:txBody>
      </p:sp>
      <p:sp>
        <p:nvSpPr>
          <p:cNvPr id="17" name="Text Placeholder 16">
            <a:extLst>
              <a:ext uri="{FF2B5EF4-FFF2-40B4-BE49-F238E27FC236}">
                <a16:creationId xmlns:a16="http://schemas.microsoft.com/office/drawing/2014/main" id="{325D99F4-72E4-DB06-F51B-A3B9379E98D2}"/>
              </a:ext>
            </a:extLst>
          </p:cNvPr>
          <p:cNvSpPr>
            <a:spLocks noGrp="1"/>
          </p:cNvSpPr>
          <p:nvPr>
            <p:ph type="body" sz="quarter" idx="12" hasCustomPrompt="1"/>
          </p:nvPr>
        </p:nvSpPr>
        <p:spPr>
          <a:xfrm>
            <a:off x="609600" y="5427765"/>
            <a:ext cx="5486400" cy="809523"/>
          </a:xfrm>
          <a:prstGeom prst="rect">
            <a:avLst/>
          </a:prstGeom>
        </p:spPr>
        <p:txBody>
          <a:bodyPr lIns="0" tIns="0" rIns="0" bIns="0"/>
          <a:lstStyle>
            <a:lvl1pPr marL="0" indent="0">
              <a:spcBef>
                <a:spcPts val="600"/>
              </a:spcBef>
              <a:buNone/>
              <a:defRPr sz="1600">
                <a:solidFill>
                  <a:schemeClr val="bg1">
                    <a:lumMod val="85000"/>
                  </a:schemeClr>
                </a:solidFill>
                <a:latin typeface="Arial" panose="020B0604020202020204" pitchFamily="34" charset="0"/>
                <a:cs typeface="Arial" panose="020B0604020202020204" pitchFamily="34" charset="0"/>
              </a:defRPr>
            </a:lvl1pPr>
            <a:lvl2pPr marL="457200" indent="0">
              <a:buNone/>
              <a:defRPr sz="1800">
                <a:solidFill>
                  <a:schemeClr val="bg1">
                    <a:lumMod val="85000"/>
                  </a:schemeClr>
                </a:solidFill>
              </a:defRPr>
            </a:lvl2pPr>
            <a:lvl3pPr marL="914400" indent="0">
              <a:buNone/>
              <a:defRPr sz="1800">
                <a:solidFill>
                  <a:schemeClr val="bg1">
                    <a:lumMod val="85000"/>
                  </a:schemeClr>
                </a:solidFill>
              </a:defRPr>
            </a:lvl3pPr>
            <a:lvl4pPr marL="1371600" indent="0">
              <a:buNone/>
              <a:defRPr sz="1800">
                <a:solidFill>
                  <a:schemeClr val="bg1">
                    <a:lumMod val="85000"/>
                  </a:schemeClr>
                </a:solidFill>
              </a:defRPr>
            </a:lvl4pPr>
            <a:lvl5pPr marL="1828800" indent="0">
              <a:buNone/>
              <a:defRPr sz="1800">
                <a:solidFill>
                  <a:schemeClr val="bg1">
                    <a:lumMod val="85000"/>
                  </a:schemeClr>
                </a:solidFill>
              </a:defRPr>
            </a:lvl5pPr>
          </a:lstStyle>
          <a:p>
            <a:pPr lvl="0"/>
            <a:r>
              <a:rPr lang="en-US" dirty="0"/>
              <a:t>Name</a:t>
            </a:r>
          </a:p>
          <a:p>
            <a:pPr lvl="0"/>
            <a:r>
              <a:rPr lang="en-US" dirty="0"/>
              <a:t>Title</a:t>
            </a:r>
          </a:p>
          <a:p>
            <a:pPr lvl="0"/>
            <a:r>
              <a:rPr lang="en-US" dirty="0"/>
              <a:t>Date</a:t>
            </a:r>
          </a:p>
        </p:txBody>
      </p:sp>
    </p:spTree>
    <p:extLst>
      <p:ext uri="{BB962C8B-B14F-4D97-AF65-F5344CB8AC3E}">
        <p14:creationId xmlns:p14="http://schemas.microsoft.com/office/powerpoint/2010/main" val="18635782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Divider 1">
    <p:spTree>
      <p:nvGrpSpPr>
        <p:cNvPr id="1" name=""/>
        <p:cNvGrpSpPr/>
        <p:nvPr/>
      </p:nvGrpSpPr>
      <p:grpSpPr>
        <a:xfrm>
          <a:off x="0" y="0"/>
          <a:ext cx="0" cy="0"/>
          <a:chOff x="0" y="0"/>
          <a:chExt cx="0" cy="0"/>
        </a:xfrm>
      </p:grpSpPr>
      <p:pic>
        <p:nvPicPr>
          <p:cNvPr id="4" name="Picture 3" descr="A blue and orange sky&#10;&#10;AI-generated content may be incorrect.">
            <a:extLst>
              <a:ext uri="{FF2B5EF4-FFF2-40B4-BE49-F238E27FC236}">
                <a16:creationId xmlns:a16="http://schemas.microsoft.com/office/drawing/2014/main" id="{340A48C9-5AD5-335D-7A5E-79DD11599511}"/>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8" name="Title 1">
            <a:extLst>
              <a:ext uri="{FF2B5EF4-FFF2-40B4-BE49-F238E27FC236}">
                <a16:creationId xmlns:a16="http://schemas.microsoft.com/office/drawing/2014/main" id="{42B70533-A618-424C-9917-D5E13E3EB96D}"/>
              </a:ext>
            </a:extLst>
          </p:cNvPr>
          <p:cNvSpPr>
            <a:spLocks noGrp="1"/>
          </p:cNvSpPr>
          <p:nvPr>
            <p:ph type="title" hasCustomPrompt="1"/>
          </p:nvPr>
        </p:nvSpPr>
        <p:spPr>
          <a:xfrm>
            <a:off x="609600" y="2447215"/>
            <a:ext cx="6060766" cy="1298575"/>
          </a:xfrm>
          <a:noFill/>
        </p:spPr>
        <p:txBody>
          <a:bodyPr lIns="0" rIns="0" anchor="b"/>
          <a:lstStyle>
            <a:lvl1pPr algn="l">
              <a:defRPr sz="4000" b="1" i="0" cap="none" baseline="0">
                <a:solidFill>
                  <a:schemeClr val="bg1"/>
                </a:solidFill>
                <a:latin typeface="Arial" charset="0"/>
              </a:defRPr>
            </a:lvl1pPr>
          </a:lstStyle>
          <a:p>
            <a:r>
              <a:rPr lang="en-US" dirty="0"/>
              <a:t>Section break title</a:t>
            </a:r>
            <a:endParaRPr dirty="0"/>
          </a:p>
        </p:txBody>
      </p:sp>
      <p:sp>
        <p:nvSpPr>
          <p:cNvPr id="9" name="Text Placeholder 2">
            <a:extLst>
              <a:ext uri="{FF2B5EF4-FFF2-40B4-BE49-F238E27FC236}">
                <a16:creationId xmlns:a16="http://schemas.microsoft.com/office/drawing/2014/main" id="{A7DDAE44-64A1-5940-ACC6-BD8F3BBEBA0A}"/>
              </a:ext>
            </a:extLst>
          </p:cNvPr>
          <p:cNvSpPr>
            <a:spLocks noGrp="1"/>
          </p:cNvSpPr>
          <p:nvPr>
            <p:ph type="body" idx="1" hasCustomPrompt="1"/>
          </p:nvPr>
        </p:nvSpPr>
        <p:spPr>
          <a:xfrm>
            <a:off x="609600" y="3824080"/>
            <a:ext cx="6060766" cy="408962"/>
          </a:xfrm>
          <a:prstGeom prst="rect">
            <a:avLst/>
          </a:prstGeom>
          <a:noFill/>
        </p:spPr>
        <p:txBody>
          <a:bodyPr lIns="0" rIns="0">
            <a:normAutofit/>
          </a:bodyPr>
          <a:lstStyle>
            <a:lvl1pPr marL="0" indent="0">
              <a:buNone/>
              <a:defRPr sz="2000" baseline="0">
                <a:solidFill>
                  <a:schemeClr val="accent4">
                    <a:lumMod val="75000"/>
                  </a:schemeClr>
                </a:solidFill>
                <a:latin typeface="Arial" panose="020B0604020202020204" pitchFamily="34" charset="0"/>
                <a:cs typeface="Arial" panose="020B0604020202020204" pitchFamily="34" charset="0"/>
              </a:defRPr>
            </a:lvl1pPr>
            <a:lvl2pPr marL="609562" indent="0">
              <a:buNone/>
              <a:defRPr sz="2400">
                <a:solidFill>
                  <a:schemeClr val="tx1">
                    <a:tint val="75000"/>
                  </a:schemeClr>
                </a:solidFill>
              </a:defRPr>
            </a:lvl2pPr>
            <a:lvl3pPr marL="1219124" indent="0">
              <a:buNone/>
              <a:defRPr sz="2133">
                <a:solidFill>
                  <a:schemeClr val="tx1">
                    <a:tint val="75000"/>
                  </a:schemeClr>
                </a:solidFill>
              </a:defRPr>
            </a:lvl3pPr>
            <a:lvl4pPr marL="1828686" indent="0">
              <a:buNone/>
              <a:defRPr sz="1867">
                <a:solidFill>
                  <a:schemeClr val="tx1">
                    <a:tint val="75000"/>
                  </a:schemeClr>
                </a:solidFill>
              </a:defRPr>
            </a:lvl4pPr>
            <a:lvl5pPr marL="2438248" indent="0">
              <a:buNone/>
              <a:defRPr sz="1867">
                <a:solidFill>
                  <a:schemeClr val="tx1">
                    <a:tint val="75000"/>
                  </a:schemeClr>
                </a:solidFill>
              </a:defRPr>
            </a:lvl5pPr>
            <a:lvl6pPr marL="3047810" indent="0">
              <a:buNone/>
              <a:defRPr sz="1867">
                <a:solidFill>
                  <a:schemeClr val="tx1">
                    <a:tint val="75000"/>
                  </a:schemeClr>
                </a:solidFill>
              </a:defRPr>
            </a:lvl6pPr>
            <a:lvl7pPr marL="3657372" indent="0">
              <a:buNone/>
              <a:defRPr sz="1867">
                <a:solidFill>
                  <a:schemeClr val="tx1">
                    <a:tint val="75000"/>
                  </a:schemeClr>
                </a:solidFill>
              </a:defRPr>
            </a:lvl7pPr>
            <a:lvl8pPr marL="4266934" indent="0">
              <a:buNone/>
              <a:defRPr sz="1867">
                <a:solidFill>
                  <a:schemeClr val="tx1">
                    <a:tint val="75000"/>
                  </a:schemeClr>
                </a:solidFill>
              </a:defRPr>
            </a:lvl8pPr>
            <a:lvl9pPr marL="4876495" indent="0">
              <a:buNone/>
              <a:defRPr sz="1867">
                <a:solidFill>
                  <a:schemeClr val="tx1">
                    <a:tint val="75000"/>
                  </a:schemeClr>
                </a:solidFill>
              </a:defRPr>
            </a:lvl9pPr>
          </a:lstStyle>
          <a:p>
            <a:pPr lvl="0"/>
            <a:r>
              <a:rPr lang="en-US" dirty="0"/>
              <a:t>Section break subtitle</a:t>
            </a:r>
          </a:p>
        </p:txBody>
      </p:sp>
    </p:spTree>
    <p:extLst>
      <p:ext uri="{BB962C8B-B14F-4D97-AF65-F5344CB8AC3E}">
        <p14:creationId xmlns:p14="http://schemas.microsoft.com/office/powerpoint/2010/main" val="1391003616"/>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pic>
        <p:nvPicPr>
          <p:cNvPr id="3" name="Picture 2" descr="A blue sky with a sunset&#10;&#10;AI-generated content may be incorrect.">
            <a:extLst>
              <a:ext uri="{FF2B5EF4-FFF2-40B4-BE49-F238E27FC236}">
                <a16:creationId xmlns:a16="http://schemas.microsoft.com/office/drawing/2014/main" id="{EF781175-FC76-3DA6-586D-FF8F212B2186}"/>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8" name="Title 1">
            <a:extLst>
              <a:ext uri="{FF2B5EF4-FFF2-40B4-BE49-F238E27FC236}">
                <a16:creationId xmlns:a16="http://schemas.microsoft.com/office/drawing/2014/main" id="{42B70533-A618-424C-9917-D5E13E3EB96D}"/>
              </a:ext>
            </a:extLst>
          </p:cNvPr>
          <p:cNvSpPr>
            <a:spLocks noGrp="1"/>
          </p:cNvSpPr>
          <p:nvPr>
            <p:ph type="title" hasCustomPrompt="1"/>
          </p:nvPr>
        </p:nvSpPr>
        <p:spPr>
          <a:xfrm>
            <a:off x="609600" y="2447215"/>
            <a:ext cx="6060766" cy="1298575"/>
          </a:xfrm>
          <a:noFill/>
        </p:spPr>
        <p:txBody>
          <a:bodyPr lIns="0" rIns="0" anchor="b"/>
          <a:lstStyle>
            <a:lvl1pPr algn="l">
              <a:defRPr sz="4000" b="1" i="0" cap="none" baseline="0">
                <a:solidFill>
                  <a:schemeClr val="bg1"/>
                </a:solidFill>
                <a:latin typeface="Arial" charset="0"/>
              </a:defRPr>
            </a:lvl1pPr>
          </a:lstStyle>
          <a:p>
            <a:r>
              <a:rPr lang="en-US" dirty="0"/>
              <a:t>Section break title</a:t>
            </a:r>
            <a:endParaRPr dirty="0"/>
          </a:p>
        </p:txBody>
      </p:sp>
      <p:sp>
        <p:nvSpPr>
          <p:cNvPr id="9" name="Text Placeholder 2">
            <a:extLst>
              <a:ext uri="{FF2B5EF4-FFF2-40B4-BE49-F238E27FC236}">
                <a16:creationId xmlns:a16="http://schemas.microsoft.com/office/drawing/2014/main" id="{A7DDAE44-64A1-5940-ACC6-BD8F3BBEBA0A}"/>
              </a:ext>
            </a:extLst>
          </p:cNvPr>
          <p:cNvSpPr>
            <a:spLocks noGrp="1"/>
          </p:cNvSpPr>
          <p:nvPr>
            <p:ph type="body" idx="1" hasCustomPrompt="1"/>
          </p:nvPr>
        </p:nvSpPr>
        <p:spPr>
          <a:xfrm>
            <a:off x="609600" y="3824080"/>
            <a:ext cx="6060766" cy="408962"/>
          </a:xfrm>
          <a:prstGeom prst="rect">
            <a:avLst/>
          </a:prstGeom>
          <a:noFill/>
        </p:spPr>
        <p:txBody>
          <a:bodyPr lIns="0" rIns="0">
            <a:normAutofit/>
          </a:bodyPr>
          <a:lstStyle>
            <a:lvl1pPr marL="0" indent="0">
              <a:buNone/>
              <a:defRPr sz="2000" baseline="0">
                <a:solidFill>
                  <a:schemeClr val="accent4">
                    <a:lumMod val="75000"/>
                  </a:schemeClr>
                </a:solidFill>
                <a:latin typeface="Arial" panose="020B0604020202020204" pitchFamily="34" charset="0"/>
                <a:cs typeface="Arial" panose="020B0604020202020204" pitchFamily="34" charset="0"/>
              </a:defRPr>
            </a:lvl1pPr>
            <a:lvl2pPr marL="609562" indent="0">
              <a:buNone/>
              <a:defRPr sz="2400">
                <a:solidFill>
                  <a:schemeClr val="tx1">
                    <a:tint val="75000"/>
                  </a:schemeClr>
                </a:solidFill>
              </a:defRPr>
            </a:lvl2pPr>
            <a:lvl3pPr marL="1219124" indent="0">
              <a:buNone/>
              <a:defRPr sz="2133">
                <a:solidFill>
                  <a:schemeClr val="tx1">
                    <a:tint val="75000"/>
                  </a:schemeClr>
                </a:solidFill>
              </a:defRPr>
            </a:lvl3pPr>
            <a:lvl4pPr marL="1828686" indent="0">
              <a:buNone/>
              <a:defRPr sz="1867">
                <a:solidFill>
                  <a:schemeClr val="tx1">
                    <a:tint val="75000"/>
                  </a:schemeClr>
                </a:solidFill>
              </a:defRPr>
            </a:lvl4pPr>
            <a:lvl5pPr marL="2438248" indent="0">
              <a:buNone/>
              <a:defRPr sz="1867">
                <a:solidFill>
                  <a:schemeClr val="tx1">
                    <a:tint val="75000"/>
                  </a:schemeClr>
                </a:solidFill>
              </a:defRPr>
            </a:lvl5pPr>
            <a:lvl6pPr marL="3047810" indent="0">
              <a:buNone/>
              <a:defRPr sz="1867">
                <a:solidFill>
                  <a:schemeClr val="tx1">
                    <a:tint val="75000"/>
                  </a:schemeClr>
                </a:solidFill>
              </a:defRPr>
            </a:lvl6pPr>
            <a:lvl7pPr marL="3657372" indent="0">
              <a:buNone/>
              <a:defRPr sz="1867">
                <a:solidFill>
                  <a:schemeClr val="tx1">
                    <a:tint val="75000"/>
                  </a:schemeClr>
                </a:solidFill>
              </a:defRPr>
            </a:lvl7pPr>
            <a:lvl8pPr marL="4266934" indent="0">
              <a:buNone/>
              <a:defRPr sz="1867">
                <a:solidFill>
                  <a:schemeClr val="tx1">
                    <a:tint val="75000"/>
                  </a:schemeClr>
                </a:solidFill>
              </a:defRPr>
            </a:lvl8pPr>
            <a:lvl9pPr marL="4876495" indent="0">
              <a:buNone/>
              <a:defRPr sz="1867">
                <a:solidFill>
                  <a:schemeClr val="tx1">
                    <a:tint val="75000"/>
                  </a:schemeClr>
                </a:solidFill>
              </a:defRPr>
            </a:lvl9pPr>
          </a:lstStyle>
          <a:p>
            <a:pPr lvl="0"/>
            <a:r>
              <a:rPr lang="en-US" dirty="0"/>
              <a:t>Section break subtitle</a:t>
            </a:r>
          </a:p>
        </p:txBody>
      </p:sp>
    </p:spTree>
    <p:extLst>
      <p:ext uri="{BB962C8B-B14F-4D97-AF65-F5344CB8AC3E}">
        <p14:creationId xmlns:p14="http://schemas.microsoft.com/office/powerpoint/2010/main" val="390191610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der 3">
    <p:spTree>
      <p:nvGrpSpPr>
        <p:cNvPr id="1" name=""/>
        <p:cNvGrpSpPr/>
        <p:nvPr/>
      </p:nvGrpSpPr>
      <p:grpSpPr>
        <a:xfrm>
          <a:off x="0" y="0"/>
          <a:ext cx="0" cy="0"/>
          <a:chOff x="0" y="0"/>
          <a:chExt cx="0" cy="0"/>
        </a:xfrm>
      </p:grpSpPr>
      <p:pic>
        <p:nvPicPr>
          <p:cNvPr id="4" name="Picture 3" descr="A blue and red sky&#10;&#10;AI-generated content may be incorrect.">
            <a:extLst>
              <a:ext uri="{FF2B5EF4-FFF2-40B4-BE49-F238E27FC236}">
                <a16:creationId xmlns:a16="http://schemas.microsoft.com/office/drawing/2014/main" id="{BEC3C081-82C1-0548-BBBB-A3E24BA93117}"/>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8" name="Title 1">
            <a:extLst>
              <a:ext uri="{FF2B5EF4-FFF2-40B4-BE49-F238E27FC236}">
                <a16:creationId xmlns:a16="http://schemas.microsoft.com/office/drawing/2014/main" id="{42B70533-A618-424C-9917-D5E13E3EB96D}"/>
              </a:ext>
            </a:extLst>
          </p:cNvPr>
          <p:cNvSpPr>
            <a:spLocks noGrp="1"/>
          </p:cNvSpPr>
          <p:nvPr>
            <p:ph type="title" hasCustomPrompt="1"/>
          </p:nvPr>
        </p:nvSpPr>
        <p:spPr>
          <a:xfrm>
            <a:off x="609600" y="2447215"/>
            <a:ext cx="6060766" cy="1298575"/>
          </a:xfrm>
          <a:noFill/>
        </p:spPr>
        <p:txBody>
          <a:bodyPr lIns="0" rIns="0" anchor="b"/>
          <a:lstStyle>
            <a:lvl1pPr algn="l">
              <a:defRPr sz="4000" b="1" i="0" cap="none" baseline="0">
                <a:solidFill>
                  <a:schemeClr val="bg1"/>
                </a:solidFill>
                <a:latin typeface="Arial" charset="0"/>
              </a:defRPr>
            </a:lvl1pPr>
          </a:lstStyle>
          <a:p>
            <a:r>
              <a:rPr lang="en-US" dirty="0"/>
              <a:t>Section break title</a:t>
            </a:r>
            <a:endParaRPr dirty="0"/>
          </a:p>
        </p:txBody>
      </p:sp>
      <p:sp>
        <p:nvSpPr>
          <p:cNvPr id="9" name="Text Placeholder 2">
            <a:extLst>
              <a:ext uri="{FF2B5EF4-FFF2-40B4-BE49-F238E27FC236}">
                <a16:creationId xmlns:a16="http://schemas.microsoft.com/office/drawing/2014/main" id="{A7DDAE44-64A1-5940-ACC6-BD8F3BBEBA0A}"/>
              </a:ext>
            </a:extLst>
          </p:cNvPr>
          <p:cNvSpPr>
            <a:spLocks noGrp="1"/>
          </p:cNvSpPr>
          <p:nvPr>
            <p:ph type="body" idx="1" hasCustomPrompt="1"/>
          </p:nvPr>
        </p:nvSpPr>
        <p:spPr>
          <a:xfrm>
            <a:off x="609600" y="3824080"/>
            <a:ext cx="6060766" cy="408962"/>
          </a:xfrm>
          <a:prstGeom prst="rect">
            <a:avLst/>
          </a:prstGeom>
          <a:noFill/>
        </p:spPr>
        <p:txBody>
          <a:bodyPr lIns="0" rIns="0">
            <a:normAutofit/>
          </a:bodyPr>
          <a:lstStyle>
            <a:lvl1pPr marL="0" indent="0">
              <a:buNone/>
              <a:defRPr sz="2000" baseline="0">
                <a:solidFill>
                  <a:schemeClr val="accent4">
                    <a:lumMod val="75000"/>
                  </a:schemeClr>
                </a:solidFill>
                <a:latin typeface="Arial" panose="020B0604020202020204" pitchFamily="34" charset="0"/>
                <a:cs typeface="Arial" panose="020B0604020202020204" pitchFamily="34" charset="0"/>
              </a:defRPr>
            </a:lvl1pPr>
            <a:lvl2pPr marL="609562" indent="0">
              <a:buNone/>
              <a:defRPr sz="2400">
                <a:solidFill>
                  <a:schemeClr val="tx1">
                    <a:tint val="75000"/>
                  </a:schemeClr>
                </a:solidFill>
              </a:defRPr>
            </a:lvl2pPr>
            <a:lvl3pPr marL="1219124" indent="0">
              <a:buNone/>
              <a:defRPr sz="2133">
                <a:solidFill>
                  <a:schemeClr val="tx1">
                    <a:tint val="75000"/>
                  </a:schemeClr>
                </a:solidFill>
              </a:defRPr>
            </a:lvl3pPr>
            <a:lvl4pPr marL="1828686" indent="0">
              <a:buNone/>
              <a:defRPr sz="1867">
                <a:solidFill>
                  <a:schemeClr val="tx1">
                    <a:tint val="75000"/>
                  </a:schemeClr>
                </a:solidFill>
              </a:defRPr>
            </a:lvl4pPr>
            <a:lvl5pPr marL="2438248" indent="0">
              <a:buNone/>
              <a:defRPr sz="1867">
                <a:solidFill>
                  <a:schemeClr val="tx1">
                    <a:tint val="75000"/>
                  </a:schemeClr>
                </a:solidFill>
              </a:defRPr>
            </a:lvl5pPr>
            <a:lvl6pPr marL="3047810" indent="0">
              <a:buNone/>
              <a:defRPr sz="1867">
                <a:solidFill>
                  <a:schemeClr val="tx1">
                    <a:tint val="75000"/>
                  </a:schemeClr>
                </a:solidFill>
              </a:defRPr>
            </a:lvl6pPr>
            <a:lvl7pPr marL="3657372" indent="0">
              <a:buNone/>
              <a:defRPr sz="1867">
                <a:solidFill>
                  <a:schemeClr val="tx1">
                    <a:tint val="75000"/>
                  </a:schemeClr>
                </a:solidFill>
              </a:defRPr>
            </a:lvl7pPr>
            <a:lvl8pPr marL="4266934" indent="0">
              <a:buNone/>
              <a:defRPr sz="1867">
                <a:solidFill>
                  <a:schemeClr val="tx1">
                    <a:tint val="75000"/>
                  </a:schemeClr>
                </a:solidFill>
              </a:defRPr>
            </a:lvl8pPr>
            <a:lvl9pPr marL="4876495" indent="0">
              <a:buNone/>
              <a:defRPr sz="1867">
                <a:solidFill>
                  <a:schemeClr val="tx1">
                    <a:tint val="75000"/>
                  </a:schemeClr>
                </a:solidFill>
              </a:defRPr>
            </a:lvl9pPr>
          </a:lstStyle>
          <a:p>
            <a:pPr lvl="0"/>
            <a:r>
              <a:rPr lang="en-US" dirty="0"/>
              <a:t>Section break subtitle</a:t>
            </a:r>
          </a:p>
        </p:txBody>
      </p:sp>
    </p:spTree>
    <p:extLst>
      <p:ext uri="{BB962C8B-B14F-4D97-AF65-F5344CB8AC3E}">
        <p14:creationId xmlns:p14="http://schemas.microsoft.com/office/powerpoint/2010/main" val="3614388296"/>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Body">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308B887-878E-B858-E229-F31F4DAAB382}"/>
              </a:ext>
            </a:extLst>
          </p:cNvPr>
          <p:cNvSpPr>
            <a:spLocks noGrp="1"/>
          </p:cNvSpPr>
          <p:nvPr>
            <p:ph type="title" hasCustomPrompt="1"/>
          </p:nvPr>
        </p:nvSpPr>
        <p:spPr bwMode="auto">
          <a:xfrm>
            <a:off x="609600" y="190500"/>
            <a:ext cx="10972800" cy="952500"/>
          </a:xfrm>
          <a:prstGeom prst="rect">
            <a:avLst/>
          </a:prstGeom>
          <a:noFill/>
          <a:ln>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0" rIns="91440" bIns="45720" numCol="1" anchor="ctr" anchorCtr="0" compatLnSpc="1">
            <a:prstTxWarp prst="textNoShape">
              <a:avLst/>
            </a:prstTxWarp>
          </a:bodyPr>
          <a:lstStyle>
            <a:lvl1pPr>
              <a:defRPr sz="3200" b="1">
                <a:latin typeface="Arial" panose="020B0604020202020204" pitchFamily="34" charset="0"/>
                <a:cs typeface="Arial" panose="020B0604020202020204" pitchFamily="34" charset="0"/>
              </a:defRPr>
            </a:lvl1pPr>
          </a:lstStyle>
          <a:p>
            <a:pPr lvl="0"/>
            <a:r>
              <a:rPr lang="en-US" dirty="0"/>
              <a:t>Slide title</a:t>
            </a:r>
            <a:endParaRPr dirty="0"/>
          </a:p>
        </p:txBody>
      </p:sp>
      <p:sp>
        <p:nvSpPr>
          <p:cNvPr id="3" name="Text Placeholder 2">
            <a:extLst>
              <a:ext uri="{FF2B5EF4-FFF2-40B4-BE49-F238E27FC236}">
                <a16:creationId xmlns:a16="http://schemas.microsoft.com/office/drawing/2014/main" id="{C16A197A-BE11-07E9-42EF-EACAB96DB07B}"/>
              </a:ext>
            </a:extLst>
          </p:cNvPr>
          <p:cNvSpPr>
            <a:spLocks noGrp="1"/>
          </p:cNvSpPr>
          <p:nvPr>
            <p:ph idx="1"/>
          </p:nvPr>
        </p:nvSpPr>
        <p:spPr bwMode="auto">
          <a:xfrm>
            <a:off x="609600" y="1600200"/>
            <a:ext cx="10972800" cy="4572000"/>
          </a:xfrm>
          <a:prstGeom prst="rect">
            <a:avLst/>
          </a:prstGeom>
          <a:noFill/>
          <a:ln>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45720" rIns="91440" bIns="45720" numCol="1" anchor="t" anchorCtr="0" compatLnSpc="1">
            <a:prstTxWarp prst="textNoShape">
              <a:avLst/>
            </a:prstTxWarp>
            <a:noAutofit/>
          </a:bodyPr>
          <a:lstStyle>
            <a:lvl1pPr marL="0" indent="0">
              <a:buNone/>
              <a:defRPr sz="2000">
                <a:latin typeface="Arial" panose="020B0604020202020204" pitchFamily="34" charset="0"/>
                <a:cs typeface="Arial" panose="020B0604020202020204" pitchFamily="34" charset="0"/>
              </a:defRPr>
            </a:lvl1pPr>
            <a:lvl2pPr marL="228600" indent="-222250">
              <a:tabLst/>
              <a:defRPr sz="1800">
                <a:latin typeface="Arial" panose="020B0604020202020204" pitchFamily="34" charset="0"/>
                <a:cs typeface="Arial" panose="020B0604020202020204" pitchFamily="34" charset="0"/>
              </a:defRPr>
            </a:lvl2pPr>
            <a:lvl3pPr marL="458788" indent="-230188">
              <a:tabLst/>
              <a:defRPr sz="1600">
                <a:latin typeface="Arial" panose="020B0604020202020204" pitchFamily="34" charset="0"/>
                <a:cs typeface="Arial" panose="020B0604020202020204" pitchFamily="34" charset="0"/>
              </a:defRPr>
            </a:lvl3pPr>
            <a:lvl4pPr marL="687388" indent="-228600">
              <a:tabLst/>
              <a:defRPr sz="1400">
                <a:latin typeface="Arial" panose="020B0604020202020204" pitchFamily="34" charset="0"/>
                <a:cs typeface="Arial" panose="020B0604020202020204" pitchFamily="34" charset="0"/>
              </a:defRPr>
            </a:lvl4pPr>
            <a:lvl5pPr marL="917575" indent="-230188">
              <a:tabLst/>
              <a:defRPr sz="14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12719947"/>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308B887-878E-B858-E229-F31F4DAAB382}"/>
              </a:ext>
            </a:extLst>
          </p:cNvPr>
          <p:cNvSpPr>
            <a:spLocks noGrp="1"/>
          </p:cNvSpPr>
          <p:nvPr>
            <p:ph type="title" hasCustomPrompt="1"/>
          </p:nvPr>
        </p:nvSpPr>
        <p:spPr bwMode="auto">
          <a:xfrm>
            <a:off x="609600" y="190500"/>
            <a:ext cx="10972800" cy="952500"/>
          </a:xfrm>
          <a:prstGeom prst="rect">
            <a:avLst/>
          </a:prstGeom>
          <a:noFill/>
          <a:ln>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0" rIns="91440" bIns="45720" numCol="1" anchor="ctr" anchorCtr="0" compatLnSpc="1">
            <a:prstTxWarp prst="textNoShape">
              <a:avLst/>
            </a:prstTxWarp>
          </a:bodyPr>
          <a:lstStyle>
            <a:lvl1pPr>
              <a:defRPr sz="3200" b="1">
                <a:latin typeface="Arial" panose="020B0604020202020204" pitchFamily="34" charset="0"/>
                <a:cs typeface="Arial" panose="020B0604020202020204" pitchFamily="34" charset="0"/>
              </a:defRPr>
            </a:lvl1pPr>
          </a:lstStyle>
          <a:p>
            <a:pPr lvl="0"/>
            <a:r>
              <a:rPr lang="en-US" dirty="0"/>
              <a:t>Slide title</a:t>
            </a:r>
            <a:endParaRPr dirty="0"/>
          </a:p>
        </p:txBody>
      </p:sp>
    </p:spTree>
    <p:extLst>
      <p:ext uri="{BB962C8B-B14F-4D97-AF65-F5344CB8AC3E}">
        <p14:creationId xmlns:p14="http://schemas.microsoft.com/office/powerpoint/2010/main" val="8572241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35DE53-296E-5CFB-AE6A-0B1233A0F9B9}"/>
              </a:ext>
            </a:extLst>
          </p:cNvPr>
          <p:cNvSpPr txBox="1"/>
          <p:nvPr/>
        </p:nvSpPr>
        <p:spPr>
          <a:xfrm>
            <a:off x="11329060" y="5094514"/>
            <a:ext cx="184731" cy="369332"/>
          </a:xfrm>
          <a:prstGeom prst="rect">
            <a:avLst/>
          </a:prstGeom>
          <a:noFill/>
        </p:spPr>
        <p:txBody>
          <a:bodyPr wrap="none" rtlCol="0">
            <a:spAutoFit/>
          </a:bodyPr>
          <a:lstStyle/>
          <a:p>
            <a:endParaRPr lang="en-US"/>
          </a:p>
        </p:txBody>
      </p:sp>
      <p:sp>
        <p:nvSpPr>
          <p:cNvPr id="3" name="TextBox 2">
            <a:extLst>
              <a:ext uri="{FF2B5EF4-FFF2-40B4-BE49-F238E27FC236}">
                <a16:creationId xmlns:a16="http://schemas.microsoft.com/office/drawing/2014/main" id="{24E870FD-E5EF-C137-D772-DD2E1C316852}"/>
              </a:ext>
            </a:extLst>
          </p:cNvPr>
          <p:cNvSpPr txBox="1"/>
          <p:nvPr/>
        </p:nvSpPr>
        <p:spPr>
          <a:xfrm>
            <a:off x="11329060" y="5094514"/>
            <a:ext cx="184731" cy="369332"/>
          </a:xfrm>
          <a:prstGeom prst="rect">
            <a:avLst/>
          </a:prstGeom>
          <a:noFill/>
        </p:spPr>
        <p:txBody>
          <a:bodyPr wrap="none" rtlCol="0">
            <a:spAutoFit/>
          </a:bodyPr>
          <a:lstStyle/>
          <a:p>
            <a:endParaRPr lang="en-US"/>
          </a:p>
        </p:txBody>
      </p:sp>
      <p:sp>
        <p:nvSpPr>
          <p:cNvPr id="4" name="TextBox 3">
            <a:extLst>
              <a:ext uri="{FF2B5EF4-FFF2-40B4-BE49-F238E27FC236}">
                <a16:creationId xmlns:a16="http://schemas.microsoft.com/office/drawing/2014/main" id="{8195F3D8-8C56-3981-C946-3EC4A5B847AF}"/>
              </a:ext>
            </a:extLst>
          </p:cNvPr>
          <p:cNvSpPr txBox="1"/>
          <p:nvPr userDrawn="1"/>
        </p:nvSpPr>
        <p:spPr>
          <a:xfrm>
            <a:off x="11329060" y="5094514"/>
            <a:ext cx="184731" cy="369332"/>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8133963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 wave">
    <p:spTree>
      <p:nvGrpSpPr>
        <p:cNvPr id="1" name=""/>
        <p:cNvGrpSpPr/>
        <p:nvPr/>
      </p:nvGrpSpPr>
      <p:grpSpPr>
        <a:xfrm>
          <a:off x="0" y="0"/>
          <a:ext cx="0" cy="0"/>
          <a:chOff x="0" y="0"/>
          <a:chExt cx="0" cy="0"/>
        </a:xfrm>
      </p:grpSpPr>
      <p:pic>
        <p:nvPicPr>
          <p:cNvPr id="4" name="Picture 3" descr="A blue and white background&#10;&#10;AI-generated content may be incorrect.">
            <a:extLst>
              <a:ext uri="{FF2B5EF4-FFF2-40B4-BE49-F238E27FC236}">
                <a16:creationId xmlns:a16="http://schemas.microsoft.com/office/drawing/2014/main" id="{181150B5-1B92-DD6F-4E61-E926C6E3A15A}"/>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11" name="Picture 10">
            <a:extLst>
              <a:ext uri="{FF2B5EF4-FFF2-40B4-BE49-F238E27FC236}">
                <a16:creationId xmlns:a16="http://schemas.microsoft.com/office/drawing/2014/main" id="{B36C4EC2-D992-0939-8CD3-6421BDEF6EC3}"/>
              </a:ext>
            </a:extLst>
          </p:cNvPr>
          <p:cNvPicPr>
            <a:picLocks noChangeAspect="1"/>
          </p:cNvPicPr>
          <p:nvPr userDrawn="1"/>
        </p:nvPicPr>
        <p:blipFill>
          <a:blip r:embed="rId3"/>
          <a:srcRect/>
          <a:stretch/>
        </p:blipFill>
        <p:spPr>
          <a:xfrm>
            <a:off x="113339" y="6446641"/>
            <a:ext cx="415951" cy="233859"/>
          </a:xfrm>
          <a:prstGeom prst="rect">
            <a:avLst/>
          </a:prstGeom>
        </p:spPr>
      </p:pic>
      <p:sp>
        <p:nvSpPr>
          <p:cNvPr id="12" name="Rectangle 11">
            <a:extLst>
              <a:ext uri="{FF2B5EF4-FFF2-40B4-BE49-F238E27FC236}">
                <a16:creationId xmlns:a16="http://schemas.microsoft.com/office/drawing/2014/main" id="{93555518-7171-8DF5-B4BE-D414EA0D6657}"/>
              </a:ext>
            </a:extLst>
          </p:cNvPr>
          <p:cNvSpPr/>
          <p:nvPr userDrawn="1"/>
        </p:nvSpPr>
        <p:spPr>
          <a:xfrm>
            <a:off x="11589396" y="6520640"/>
            <a:ext cx="464634" cy="215444"/>
          </a:xfrm>
          <a:prstGeom prst="rect">
            <a:avLst/>
          </a:prstGeom>
        </p:spPr>
        <p:txBody>
          <a:bodyPr wrap="square">
            <a:spAutoFit/>
          </a:bodyPr>
          <a:lstStyle/>
          <a:p>
            <a:pPr algn="r"/>
            <a:fld id="{3C1D921F-663F-5D4C-BF56-776C1B867DF7}" type="slidenum">
              <a:rPr lang="en-US" sz="800" baseline="0" smtClean="0">
                <a:solidFill>
                  <a:schemeClr val="tx1">
                    <a:lumMod val="75000"/>
                    <a:lumOff val="25000"/>
                  </a:schemeClr>
                </a:solidFill>
              </a:rPr>
              <a:pPr algn="r"/>
              <a:t>‹#›</a:t>
            </a:fld>
            <a:endParaRPr lang="en-US" sz="800" baseline="0" dirty="0">
              <a:solidFill>
                <a:schemeClr val="tx1">
                  <a:lumMod val="75000"/>
                  <a:lumOff val="25000"/>
                </a:schemeClr>
              </a:solidFill>
            </a:endParaRPr>
          </a:p>
        </p:txBody>
      </p:sp>
      <p:sp>
        <p:nvSpPr>
          <p:cNvPr id="13" name="Rectangle 12">
            <a:extLst>
              <a:ext uri="{FF2B5EF4-FFF2-40B4-BE49-F238E27FC236}">
                <a16:creationId xmlns:a16="http://schemas.microsoft.com/office/drawing/2014/main" id="{E662618A-8684-B2E1-540A-392C2B31D0DC}"/>
              </a:ext>
            </a:extLst>
          </p:cNvPr>
          <p:cNvSpPr/>
          <p:nvPr userDrawn="1"/>
        </p:nvSpPr>
        <p:spPr>
          <a:xfrm>
            <a:off x="9479756" y="6520640"/>
            <a:ext cx="2124869" cy="215444"/>
          </a:xfrm>
          <a:prstGeom prst="rect">
            <a:avLst/>
          </a:prstGeom>
        </p:spPr>
        <p:txBody>
          <a:bodyPr wrap="square" lIns="0" rIns="0">
            <a:spAutoFit/>
          </a:bodyPr>
          <a:lstStyle/>
          <a:p>
            <a:pPr algn="r"/>
            <a:r>
              <a:rPr lang="en-US" sz="800" b="0" i="0" u="none" strike="noStrike" baseline="0" dirty="0">
                <a:solidFill>
                  <a:schemeClr val="tx1">
                    <a:lumMod val="75000"/>
                    <a:lumOff val="25000"/>
                  </a:schemeClr>
                </a:solidFill>
                <a:effectLst/>
                <a:latin typeface="+mn-lt"/>
              </a:rPr>
              <a:t>OpenText ©2025. All rights reserved.</a:t>
            </a:r>
            <a:endParaRPr lang="en-US" sz="800" baseline="0" dirty="0">
              <a:solidFill>
                <a:schemeClr val="tx1">
                  <a:lumMod val="75000"/>
                  <a:lumOff val="25000"/>
                </a:schemeClr>
              </a:solidFill>
              <a:latin typeface="+mn-lt"/>
            </a:endParaRPr>
          </a:p>
        </p:txBody>
      </p:sp>
    </p:spTree>
    <p:extLst>
      <p:ext uri="{BB962C8B-B14F-4D97-AF65-F5344CB8AC3E}">
        <p14:creationId xmlns:p14="http://schemas.microsoft.com/office/powerpoint/2010/main" val="6095644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 right">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308B887-878E-B858-E229-F31F4DAAB382}"/>
              </a:ext>
            </a:extLst>
          </p:cNvPr>
          <p:cNvSpPr>
            <a:spLocks noGrp="1"/>
          </p:cNvSpPr>
          <p:nvPr>
            <p:ph type="title" hasCustomPrompt="1"/>
          </p:nvPr>
        </p:nvSpPr>
        <p:spPr bwMode="auto">
          <a:xfrm>
            <a:off x="609600" y="548258"/>
            <a:ext cx="4899025" cy="773396"/>
          </a:xfrm>
          <a:prstGeom prst="rect">
            <a:avLst/>
          </a:prstGeom>
          <a:noFill/>
          <a:ln>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0" rIns="91440" bIns="45720" numCol="1" anchor="t" anchorCtr="0" compatLnSpc="1">
            <a:prstTxWarp prst="textNoShape">
              <a:avLst/>
            </a:prstTxWarp>
          </a:bodyPr>
          <a:lstStyle>
            <a:lvl1pPr>
              <a:defRPr sz="3200" b="1">
                <a:latin typeface="Arial" panose="020B0604020202020204" pitchFamily="34" charset="0"/>
                <a:cs typeface="Arial" panose="020B0604020202020204" pitchFamily="34" charset="0"/>
              </a:defRPr>
            </a:lvl1pPr>
          </a:lstStyle>
          <a:p>
            <a:pPr lvl="0"/>
            <a:r>
              <a:rPr lang="en-US" dirty="0"/>
              <a:t>Slide title</a:t>
            </a:r>
            <a:endParaRPr dirty="0"/>
          </a:p>
        </p:txBody>
      </p:sp>
      <p:sp>
        <p:nvSpPr>
          <p:cNvPr id="6" name="Picture Placeholder 5">
            <a:extLst>
              <a:ext uri="{FF2B5EF4-FFF2-40B4-BE49-F238E27FC236}">
                <a16:creationId xmlns:a16="http://schemas.microsoft.com/office/drawing/2014/main" id="{7598D33C-B81B-9ABA-DADF-A50B598C4A51}"/>
              </a:ext>
            </a:extLst>
          </p:cNvPr>
          <p:cNvSpPr>
            <a:spLocks noGrp="1"/>
          </p:cNvSpPr>
          <p:nvPr>
            <p:ph type="pic" sz="quarter" idx="10" hasCustomPrompt="1"/>
          </p:nvPr>
        </p:nvSpPr>
        <p:spPr>
          <a:xfrm>
            <a:off x="6096000" y="0"/>
            <a:ext cx="6096000" cy="6858000"/>
          </a:xfrm>
          <a:prstGeom prst="rect">
            <a:avLst/>
          </a:prstGeom>
          <a:solidFill>
            <a:schemeClr val="bg1">
              <a:lumMod val="85000"/>
            </a:schemeClr>
          </a:solidFill>
        </p:spPr>
        <p:txBody>
          <a:bodyPr/>
          <a:lstStyle>
            <a:lvl1pPr marL="0" indent="0">
              <a:buNone/>
              <a:defRPr sz="2000"/>
            </a:lvl1pPr>
          </a:lstStyle>
          <a:p>
            <a:r>
              <a:rPr lang="en-US" dirty="0"/>
              <a:t>Picture</a:t>
            </a:r>
          </a:p>
        </p:txBody>
      </p:sp>
      <p:pic>
        <p:nvPicPr>
          <p:cNvPr id="10" name="Picture 9">
            <a:extLst>
              <a:ext uri="{FF2B5EF4-FFF2-40B4-BE49-F238E27FC236}">
                <a16:creationId xmlns:a16="http://schemas.microsoft.com/office/drawing/2014/main" id="{1E763045-6861-32DC-4379-DB091C2DF243}"/>
              </a:ext>
            </a:extLst>
          </p:cNvPr>
          <p:cNvPicPr>
            <a:picLocks noChangeAspect="1"/>
          </p:cNvPicPr>
          <p:nvPr userDrawn="1"/>
        </p:nvPicPr>
        <p:blipFill>
          <a:blip r:embed="rId2"/>
          <a:srcRect/>
          <a:stretch/>
        </p:blipFill>
        <p:spPr>
          <a:xfrm>
            <a:off x="113339" y="6454075"/>
            <a:ext cx="415951" cy="233859"/>
          </a:xfrm>
          <a:prstGeom prst="rect">
            <a:avLst/>
          </a:prstGeom>
        </p:spPr>
      </p:pic>
      <p:sp>
        <p:nvSpPr>
          <p:cNvPr id="3" name="Text Placeholder 3">
            <a:extLst>
              <a:ext uri="{FF2B5EF4-FFF2-40B4-BE49-F238E27FC236}">
                <a16:creationId xmlns:a16="http://schemas.microsoft.com/office/drawing/2014/main" id="{64797105-7671-3FC9-F589-E3206D87DFC8}"/>
              </a:ext>
            </a:extLst>
          </p:cNvPr>
          <p:cNvSpPr>
            <a:spLocks noGrp="1"/>
          </p:cNvSpPr>
          <p:nvPr>
            <p:ph type="body" sz="quarter" idx="12"/>
          </p:nvPr>
        </p:nvSpPr>
        <p:spPr>
          <a:xfrm>
            <a:off x="609600" y="1376363"/>
            <a:ext cx="4899025" cy="4860925"/>
          </a:xfrm>
          <a:prstGeom prst="rect">
            <a:avLst/>
          </a:prstGeom>
        </p:spPr>
        <p:txBody>
          <a:bodyPr lIns="0" rIns="0"/>
          <a:lstStyle>
            <a:lvl1pPr marL="0" indent="0">
              <a:buNone/>
              <a:defRPr sz="1800"/>
            </a:lvl1pPr>
            <a:lvl2pPr marL="233363" indent="-225425">
              <a:tabLst/>
              <a:defRPr sz="1800"/>
            </a:lvl2pPr>
            <a:lvl3pPr marL="457200" indent="-223838">
              <a:tabLst/>
              <a:defRPr sz="1600"/>
            </a:lvl3pPr>
            <a:lvl4pPr marL="690563" indent="-233363">
              <a:tabLst/>
              <a:defRPr sz="1400"/>
            </a:lvl4pPr>
            <a:lvl5pPr marL="914400" indent="-223838">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338217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left">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598D33C-B81B-9ABA-DADF-A50B598C4A51}"/>
              </a:ext>
            </a:extLst>
          </p:cNvPr>
          <p:cNvSpPr>
            <a:spLocks noGrp="1"/>
          </p:cNvSpPr>
          <p:nvPr>
            <p:ph type="pic" sz="quarter" idx="10" hasCustomPrompt="1"/>
          </p:nvPr>
        </p:nvSpPr>
        <p:spPr>
          <a:xfrm>
            <a:off x="11112" y="0"/>
            <a:ext cx="6096000" cy="6858000"/>
          </a:xfrm>
          <a:prstGeom prst="rect">
            <a:avLst/>
          </a:prstGeom>
          <a:solidFill>
            <a:schemeClr val="bg1">
              <a:lumMod val="85000"/>
            </a:schemeClr>
          </a:solidFill>
        </p:spPr>
        <p:txBody>
          <a:bodyPr/>
          <a:lstStyle>
            <a:lvl1pPr marL="0" indent="0">
              <a:buNone/>
              <a:defRPr sz="2000"/>
            </a:lvl1pPr>
          </a:lstStyle>
          <a:p>
            <a:r>
              <a:rPr lang="en-US" dirty="0"/>
              <a:t>Picture</a:t>
            </a:r>
          </a:p>
        </p:txBody>
      </p:sp>
      <p:sp>
        <p:nvSpPr>
          <p:cNvPr id="2" name="Title Placeholder 1">
            <a:extLst>
              <a:ext uri="{FF2B5EF4-FFF2-40B4-BE49-F238E27FC236}">
                <a16:creationId xmlns:a16="http://schemas.microsoft.com/office/drawing/2014/main" id="{E308B887-878E-B858-E229-F31F4DAAB382}"/>
              </a:ext>
            </a:extLst>
          </p:cNvPr>
          <p:cNvSpPr>
            <a:spLocks noGrp="1"/>
          </p:cNvSpPr>
          <p:nvPr>
            <p:ph type="title" hasCustomPrompt="1"/>
          </p:nvPr>
        </p:nvSpPr>
        <p:spPr bwMode="auto">
          <a:xfrm>
            <a:off x="6683375" y="548258"/>
            <a:ext cx="4899025" cy="773396"/>
          </a:xfrm>
          <a:prstGeom prst="rect">
            <a:avLst/>
          </a:prstGeom>
          <a:noFill/>
          <a:ln>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0" rIns="91440" bIns="45720" numCol="1" anchor="t" anchorCtr="0" compatLnSpc="1">
            <a:prstTxWarp prst="textNoShape">
              <a:avLst/>
            </a:prstTxWarp>
          </a:bodyPr>
          <a:lstStyle>
            <a:lvl1pPr>
              <a:defRPr sz="3200" b="1">
                <a:latin typeface="Arial" panose="020B0604020202020204" pitchFamily="34" charset="0"/>
                <a:cs typeface="Arial" panose="020B0604020202020204" pitchFamily="34" charset="0"/>
              </a:defRPr>
            </a:lvl1pPr>
          </a:lstStyle>
          <a:p>
            <a:pPr lvl="0"/>
            <a:r>
              <a:rPr lang="en-US" dirty="0"/>
              <a:t>Slide title</a:t>
            </a:r>
            <a:endParaRPr dirty="0"/>
          </a:p>
        </p:txBody>
      </p:sp>
      <p:sp>
        <p:nvSpPr>
          <p:cNvPr id="5" name="Text Placeholder 3">
            <a:extLst>
              <a:ext uri="{FF2B5EF4-FFF2-40B4-BE49-F238E27FC236}">
                <a16:creationId xmlns:a16="http://schemas.microsoft.com/office/drawing/2014/main" id="{1F134B3B-E98B-F043-308A-630881FECCAA}"/>
              </a:ext>
            </a:extLst>
          </p:cNvPr>
          <p:cNvSpPr>
            <a:spLocks noGrp="1"/>
          </p:cNvSpPr>
          <p:nvPr>
            <p:ph type="body" sz="quarter" idx="11"/>
          </p:nvPr>
        </p:nvSpPr>
        <p:spPr>
          <a:xfrm>
            <a:off x="6683375" y="1376363"/>
            <a:ext cx="4899025" cy="4860925"/>
          </a:xfrm>
          <a:prstGeom prst="rect">
            <a:avLst/>
          </a:prstGeom>
        </p:spPr>
        <p:txBody>
          <a:bodyPr lIns="0" rIns="0"/>
          <a:lstStyle>
            <a:lvl1pPr marL="0" indent="0">
              <a:buNone/>
              <a:defRPr sz="1800"/>
            </a:lvl1pPr>
            <a:lvl2pPr marL="233363" indent="-225425">
              <a:tabLst/>
              <a:defRPr sz="1800"/>
            </a:lvl2pPr>
            <a:lvl3pPr marL="457200" indent="-223838">
              <a:tabLst/>
              <a:defRPr sz="1600"/>
            </a:lvl3pPr>
            <a:lvl4pPr marL="690563" indent="-233363">
              <a:tabLst/>
              <a:defRPr sz="1400"/>
            </a:lvl4pPr>
            <a:lvl5pPr marL="914400" indent="-223838">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715969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mage right + callout">
    <p:spTree>
      <p:nvGrpSpPr>
        <p:cNvPr id="1" name=""/>
        <p:cNvGrpSpPr/>
        <p:nvPr/>
      </p:nvGrpSpPr>
      <p:grpSpPr>
        <a:xfrm>
          <a:off x="0" y="0"/>
          <a:ext cx="0" cy="0"/>
          <a:chOff x="0" y="0"/>
          <a:chExt cx="0" cy="0"/>
        </a:xfrm>
      </p:grpSpPr>
      <p:sp>
        <p:nvSpPr>
          <p:cNvPr id="11" name="Text Placeholder 3">
            <a:extLst>
              <a:ext uri="{FF2B5EF4-FFF2-40B4-BE49-F238E27FC236}">
                <a16:creationId xmlns:a16="http://schemas.microsoft.com/office/drawing/2014/main" id="{5B2A1D4C-9CA8-C054-55DE-17F32839E728}"/>
              </a:ext>
            </a:extLst>
          </p:cNvPr>
          <p:cNvSpPr>
            <a:spLocks noGrp="1"/>
          </p:cNvSpPr>
          <p:nvPr>
            <p:ph type="body" sz="quarter" idx="12"/>
          </p:nvPr>
        </p:nvSpPr>
        <p:spPr>
          <a:xfrm>
            <a:off x="609600" y="1376363"/>
            <a:ext cx="4899025" cy="4860925"/>
          </a:xfrm>
          <a:prstGeom prst="rect">
            <a:avLst/>
          </a:prstGeom>
        </p:spPr>
        <p:txBody>
          <a:bodyPr lIns="0" rIns="0"/>
          <a:lstStyle>
            <a:lvl1pPr marL="0" indent="0">
              <a:buNone/>
              <a:defRPr sz="1800"/>
            </a:lvl1pPr>
            <a:lvl2pPr marL="233363" indent="-225425">
              <a:tabLst/>
              <a:defRPr sz="1800"/>
            </a:lvl2pPr>
            <a:lvl3pPr marL="457200" indent="-223838">
              <a:tabLst/>
              <a:defRPr sz="1600"/>
            </a:lvl3pPr>
            <a:lvl4pPr marL="690563" indent="-233363">
              <a:tabLst/>
              <a:defRPr sz="1400"/>
            </a:lvl4pPr>
            <a:lvl5pPr marL="914400" indent="-223838">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Placeholder 1">
            <a:extLst>
              <a:ext uri="{FF2B5EF4-FFF2-40B4-BE49-F238E27FC236}">
                <a16:creationId xmlns:a16="http://schemas.microsoft.com/office/drawing/2014/main" id="{320B83B1-C19C-8BFE-B8C4-74D60A7238E5}"/>
              </a:ext>
            </a:extLst>
          </p:cNvPr>
          <p:cNvSpPr>
            <a:spLocks noGrp="1"/>
          </p:cNvSpPr>
          <p:nvPr>
            <p:ph type="title" hasCustomPrompt="1"/>
          </p:nvPr>
        </p:nvSpPr>
        <p:spPr bwMode="auto">
          <a:xfrm>
            <a:off x="609600" y="548258"/>
            <a:ext cx="4899025" cy="773396"/>
          </a:xfrm>
          <a:prstGeom prst="rect">
            <a:avLst/>
          </a:prstGeom>
          <a:noFill/>
          <a:ln>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0" rIns="91440" bIns="45720" numCol="1" anchor="t" anchorCtr="0" compatLnSpc="1">
            <a:prstTxWarp prst="textNoShape">
              <a:avLst/>
            </a:prstTxWarp>
          </a:bodyPr>
          <a:lstStyle>
            <a:lvl1pPr>
              <a:defRPr sz="3200" b="1">
                <a:latin typeface="Arial" panose="020B0604020202020204" pitchFamily="34" charset="0"/>
                <a:cs typeface="Arial" panose="020B0604020202020204" pitchFamily="34" charset="0"/>
              </a:defRPr>
            </a:lvl1pPr>
          </a:lstStyle>
          <a:p>
            <a:pPr lvl="0"/>
            <a:r>
              <a:rPr lang="en-US" dirty="0"/>
              <a:t>Slide title</a:t>
            </a:r>
            <a:endParaRPr dirty="0"/>
          </a:p>
        </p:txBody>
      </p:sp>
      <p:sp>
        <p:nvSpPr>
          <p:cNvPr id="6" name="Picture Placeholder 5">
            <a:extLst>
              <a:ext uri="{FF2B5EF4-FFF2-40B4-BE49-F238E27FC236}">
                <a16:creationId xmlns:a16="http://schemas.microsoft.com/office/drawing/2014/main" id="{7598D33C-B81B-9ABA-DADF-A50B598C4A51}"/>
              </a:ext>
            </a:extLst>
          </p:cNvPr>
          <p:cNvSpPr>
            <a:spLocks noGrp="1"/>
          </p:cNvSpPr>
          <p:nvPr>
            <p:ph type="pic" sz="quarter" idx="10" hasCustomPrompt="1"/>
          </p:nvPr>
        </p:nvSpPr>
        <p:spPr>
          <a:xfrm>
            <a:off x="6096000" y="609600"/>
            <a:ext cx="5486400" cy="5638800"/>
          </a:xfrm>
          <a:prstGeom prst="roundRect">
            <a:avLst>
              <a:gd name="adj" fmla="val 3054"/>
            </a:avLst>
          </a:prstGeom>
          <a:solidFill>
            <a:schemeClr val="bg1">
              <a:lumMod val="85000"/>
            </a:schemeClr>
          </a:solidFill>
          <a:effectLst>
            <a:softEdge rad="0"/>
          </a:effectLst>
        </p:spPr>
        <p:txBody>
          <a:bodyPr/>
          <a:lstStyle>
            <a:lvl1pPr marL="0" indent="0">
              <a:buNone/>
              <a:defRPr sz="2000"/>
            </a:lvl1pPr>
          </a:lstStyle>
          <a:p>
            <a:r>
              <a:rPr lang="en-US" dirty="0"/>
              <a:t>Picture</a:t>
            </a:r>
          </a:p>
        </p:txBody>
      </p:sp>
      <p:sp>
        <p:nvSpPr>
          <p:cNvPr id="5" name="Text Placeholder 4">
            <a:extLst>
              <a:ext uri="{FF2B5EF4-FFF2-40B4-BE49-F238E27FC236}">
                <a16:creationId xmlns:a16="http://schemas.microsoft.com/office/drawing/2014/main" id="{7CC53AC5-1FD6-173B-4172-A1728AC1F740}"/>
              </a:ext>
            </a:extLst>
          </p:cNvPr>
          <p:cNvSpPr>
            <a:spLocks noGrp="1"/>
          </p:cNvSpPr>
          <p:nvPr>
            <p:ph type="body" sz="quarter" idx="11" hasCustomPrompt="1"/>
          </p:nvPr>
        </p:nvSpPr>
        <p:spPr>
          <a:xfrm>
            <a:off x="5109577" y="4635870"/>
            <a:ext cx="3147599" cy="1249806"/>
          </a:xfrm>
          <a:prstGeom prst="roundRect">
            <a:avLst/>
          </a:prstGeom>
          <a:gradFill>
            <a:gsLst>
              <a:gs pos="0">
                <a:schemeClr val="accent2"/>
              </a:gs>
              <a:gs pos="38000">
                <a:schemeClr val="accent1"/>
              </a:gs>
            </a:gsLst>
            <a:lin ang="15600000" scaled="0"/>
          </a:gradFill>
        </p:spPr>
        <p:txBody>
          <a:bodyPr lIns="228600" tIns="228600" rIns="228600" bIns="228600" anchor="ctr"/>
          <a:lstStyle>
            <a:lvl1pPr marL="0" indent="0" algn="l">
              <a:lnSpc>
                <a:spcPct val="100000"/>
              </a:lnSpc>
              <a:buNone/>
              <a:defRPr sz="1400">
                <a:solidFill>
                  <a:schemeClr val="bg1"/>
                </a:solidFill>
                <a:latin typeface="Arial" panose="020B0604020202020204" pitchFamily="34" charset="0"/>
                <a:cs typeface="Arial" panose="020B0604020202020204" pitchFamily="34" charset="0"/>
              </a:defRPr>
            </a:lvl1pPr>
            <a:lvl2pPr marL="457200" indent="0">
              <a:buNone/>
              <a:defRPr sz="1400">
                <a:latin typeface="Arial" panose="020B0604020202020204" pitchFamily="34" charset="0"/>
                <a:cs typeface="Arial" panose="020B0604020202020204" pitchFamily="34" charset="0"/>
              </a:defRPr>
            </a:lvl2pPr>
            <a:lvl3pPr marL="914400" indent="0">
              <a:buNone/>
              <a:defRPr sz="1400">
                <a:latin typeface="Arial" panose="020B0604020202020204" pitchFamily="34" charset="0"/>
                <a:cs typeface="Arial" panose="020B0604020202020204" pitchFamily="34" charset="0"/>
              </a:defRPr>
            </a:lvl3pPr>
            <a:lvl4pPr marL="1371600" indent="0">
              <a:buNone/>
              <a:defRPr sz="1400">
                <a:latin typeface="Arial" panose="020B0604020202020204" pitchFamily="34" charset="0"/>
                <a:cs typeface="Arial" panose="020B0604020202020204" pitchFamily="34" charset="0"/>
              </a:defRPr>
            </a:lvl4pPr>
            <a:lvl5pPr marL="1828800" indent="0">
              <a:buNone/>
              <a:defRPr sz="1400">
                <a:latin typeface="Arial" panose="020B0604020202020204" pitchFamily="34" charset="0"/>
                <a:cs typeface="Arial" panose="020B0604020202020204" pitchFamily="34" charset="0"/>
              </a:defRPr>
            </a:lvl5pPr>
          </a:lstStyle>
          <a:p>
            <a:pPr lvl="0"/>
            <a:r>
              <a:rPr lang="en-US" dirty="0">
                <a:effectLst/>
              </a:rPr>
              <a:t>Lorem ipsum dolor sit </a:t>
            </a:r>
            <a:r>
              <a:rPr lang="en-US" dirty="0" err="1">
                <a:effectLst/>
              </a:rPr>
              <a:t>amet</a:t>
            </a:r>
            <a:r>
              <a:rPr lang="en-US" dirty="0">
                <a:effectLst/>
              </a:rPr>
              <a:t> </a:t>
            </a:r>
            <a:r>
              <a:rPr lang="en-US" dirty="0" err="1">
                <a:effectLst/>
              </a:rPr>
              <a:t>consectetur</a:t>
            </a:r>
            <a:r>
              <a:rPr lang="en-US" dirty="0">
                <a:effectLst/>
              </a:rPr>
              <a:t> </a:t>
            </a:r>
            <a:r>
              <a:rPr lang="en-US" dirty="0" err="1">
                <a:effectLst/>
              </a:rPr>
              <a:t>adioiscing</a:t>
            </a:r>
            <a:r>
              <a:rPr lang="en-US" dirty="0">
                <a:effectLst/>
              </a:rPr>
              <a:t> </a:t>
            </a:r>
            <a:r>
              <a:rPr lang="en-US" dirty="0" err="1">
                <a:effectLst/>
              </a:rPr>
              <a:t>elit</a:t>
            </a:r>
            <a:r>
              <a:rPr lang="en-US" dirty="0">
                <a:effectLst/>
              </a:rPr>
              <a:t>, sed do </a:t>
            </a:r>
            <a:r>
              <a:rPr lang="en-US" dirty="0" err="1">
                <a:effectLst/>
              </a:rPr>
              <a:t>eiusmod</a:t>
            </a:r>
            <a:r>
              <a:rPr lang="en-US" dirty="0">
                <a:effectLst/>
              </a:rPr>
              <a:t> </a:t>
            </a:r>
            <a:r>
              <a:rPr lang="en-US" dirty="0" err="1">
                <a:effectLst/>
              </a:rPr>
              <a:t>tempor</a:t>
            </a:r>
            <a:r>
              <a:rPr lang="en-US" dirty="0">
                <a:effectLst/>
              </a:rPr>
              <a:t> </a:t>
            </a:r>
            <a:r>
              <a:rPr lang="en-US" dirty="0" err="1">
                <a:effectLst/>
              </a:rPr>
              <a:t>incididunt</a:t>
            </a:r>
            <a:r>
              <a:rPr lang="en-US" dirty="0">
                <a:effectLst/>
              </a:rPr>
              <a:t> </a:t>
            </a:r>
            <a:r>
              <a:rPr lang="en-US" dirty="0" err="1">
                <a:effectLst/>
              </a:rPr>
              <a:t>ut</a:t>
            </a:r>
            <a:r>
              <a:rPr lang="en-US" dirty="0">
                <a:effectLst/>
              </a:rPr>
              <a:t> labore et dolore magna.</a:t>
            </a:r>
            <a:endParaRPr lang="en-US" dirty="0"/>
          </a:p>
        </p:txBody>
      </p:sp>
      <p:pic>
        <p:nvPicPr>
          <p:cNvPr id="3" name="Picture 2">
            <a:extLst>
              <a:ext uri="{FF2B5EF4-FFF2-40B4-BE49-F238E27FC236}">
                <a16:creationId xmlns:a16="http://schemas.microsoft.com/office/drawing/2014/main" id="{80756AF0-1D94-CFB3-591E-62BAD9495951}"/>
              </a:ext>
            </a:extLst>
          </p:cNvPr>
          <p:cNvPicPr>
            <a:picLocks noChangeAspect="1"/>
          </p:cNvPicPr>
          <p:nvPr userDrawn="1"/>
        </p:nvPicPr>
        <p:blipFill>
          <a:blip r:embed="rId2"/>
          <a:srcRect/>
          <a:stretch/>
        </p:blipFill>
        <p:spPr>
          <a:xfrm>
            <a:off x="113339" y="6454075"/>
            <a:ext cx="415951" cy="233859"/>
          </a:xfrm>
          <a:prstGeom prst="rect">
            <a:avLst/>
          </a:prstGeom>
        </p:spPr>
      </p:pic>
    </p:spTree>
    <p:extLst>
      <p:ext uri="{BB962C8B-B14F-4D97-AF65-F5344CB8AC3E}">
        <p14:creationId xmlns:p14="http://schemas.microsoft.com/office/powerpoint/2010/main" val="31266385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left + callout">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D284D262-FD16-87A2-0EA8-21060D96765F}"/>
              </a:ext>
            </a:extLst>
          </p:cNvPr>
          <p:cNvSpPr>
            <a:spLocks noGrp="1"/>
          </p:cNvSpPr>
          <p:nvPr>
            <p:ph type="body" sz="quarter" idx="12"/>
          </p:nvPr>
        </p:nvSpPr>
        <p:spPr>
          <a:xfrm>
            <a:off x="6683375" y="1376363"/>
            <a:ext cx="4899025" cy="4860925"/>
          </a:xfrm>
          <a:prstGeom prst="rect">
            <a:avLst/>
          </a:prstGeom>
        </p:spPr>
        <p:txBody>
          <a:bodyPr lIns="0" rIns="0"/>
          <a:lstStyle>
            <a:lvl1pPr marL="0" indent="0">
              <a:buNone/>
              <a:defRPr sz="1800"/>
            </a:lvl1pPr>
            <a:lvl2pPr marL="233363" indent="-225425">
              <a:tabLst/>
              <a:defRPr sz="1800"/>
            </a:lvl2pPr>
            <a:lvl3pPr marL="457200" indent="-223838">
              <a:tabLst/>
              <a:defRPr sz="1600"/>
            </a:lvl3pPr>
            <a:lvl4pPr marL="690563" indent="-233363">
              <a:tabLst/>
              <a:defRPr sz="1400"/>
            </a:lvl4pPr>
            <a:lvl5pPr marL="914400" indent="-223838">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a:extLst>
              <a:ext uri="{FF2B5EF4-FFF2-40B4-BE49-F238E27FC236}">
                <a16:creationId xmlns:a16="http://schemas.microsoft.com/office/drawing/2014/main" id="{7598D33C-B81B-9ABA-DADF-A50B598C4A51}"/>
              </a:ext>
            </a:extLst>
          </p:cNvPr>
          <p:cNvSpPr>
            <a:spLocks noGrp="1"/>
          </p:cNvSpPr>
          <p:nvPr>
            <p:ph type="pic" sz="quarter" idx="10" hasCustomPrompt="1"/>
          </p:nvPr>
        </p:nvSpPr>
        <p:spPr>
          <a:xfrm>
            <a:off x="609600" y="609600"/>
            <a:ext cx="5486400" cy="5638800"/>
          </a:xfrm>
          <a:prstGeom prst="roundRect">
            <a:avLst>
              <a:gd name="adj" fmla="val 3054"/>
            </a:avLst>
          </a:prstGeom>
          <a:solidFill>
            <a:schemeClr val="bg1">
              <a:lumMod val="85000"/>
            </a:schemeClr>
          </a:solidFill>
          <a:effectLst>
            <a:softEdge rad="0"/>
          </a:effectLst>
        </p:spPr>
        <p:txBody>
          <a:bodyPr/>
          <a:lstStyle>
            <a:lvl1pPr marL="0" indent="0">
              <a:buNone/>
              <a:defRPr sz="2000"/>
            </a:lvl1pPr>
          </a:lstStyle>
          <a:p>
            <a:r>
              <a:rPr lang="en-US" dirty="0"/>
              <a:t>Picture</a:t>
            </a:r>
          </a:p>
        </p:txBody>
      </p:sp>
      <p:sp>
        <p:nvSpPr>
          <p:cNvPr id="10" name="Title Placeholder 1">
            <a:extLst>
              <a:ext uri="{FF2B5EF4-FFF2-40B4-BE49-F238E27FC236}">
                <a16:creationId xmlns:a16="http://schemas.microsoft.com/office/drawing/2014/main" id="{320B83B1-C19C-8BFE-B8C4-74D60A7238E5}"/>
              </a:ext>
            </a:extLst>
          </p:cNvPr>
          <p:cNvSpPr>
            <a:spLocks noGrp="1"/>
          </p:cNvSpPr>
          <p:nvPr>
            <p:ph type="title" hasCustomPrompt="1"/>
          </p:nvPr>
        </p:nvSpPr>
        <p:spPr bwMode="auto">
          <a:xfrm>
            <a:off x="6683375" y="548258"/>
            <a:ext cx="4899025" cy="773396"/>
          </a:xfrm>
          <a:prstGeom prst="rect">
            <a:avLst/>
          </a:prstGeom>
          <a:noFill/>
          <a:ln>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0" rIns="91440" bIns="45720" numCol="1" anchor="t" anchorCtr="0" compatLnSpc="1">
            <a:prstTxWarp prst="textNoShape">
              <a:avLst/>
            </a:prstTxWarp>
          </a:bodyPr>
          <a:lstStyle>
            <a:lvl1pPr>
              <a:defRPr sz="3200" b="1">
                <a:latin typeface="Arial" panose="020B0604020202020204" pitchFamily="34" charset="0"/>
                <a:cs typeface="Arial" panose="020B0604020202020204" pitchFamily="34" charset="0"/>
              </a:defRPr>
            </a:lvl1pPr>
          </a:lstStyle>
          <a:p>
            <a:pPr lvl="0"/>
            <a:r>
              <a:rPr lang="en-US" dirty="0"/>
              <a:t>Slide title</a:t>
            </a:r>
            <a:endParaRPr dirty="0"/>
          </a:p>
        </p:txBody>
      </p:sp>
      <p:sp>
        <p:nvSpPr>
          <p:cNvPr id="5" name="Text Placeholder 4">
            <a:extLst>
              <a:ext uri="{FF2B5EF4-FFF2-40B4-BE49-F238E27FC236}">
                <a16:creationId xmlns:a16="http://schemas.microsoft.com/office/drawing/2014/main" id="{7CC53AC5-1FD6-173B-4172-A1728AC1F740}"/>
              </a:ext>
            </a:extLst>
          </p:cNvPr>
          <p:cNvSpPr>
            <a:spLocks noGrp="1"/>
          </p:cNvSpPr>
          <p:nvPr>
            <p:ph type="body" sz="quarter" idx="11" hasCustomPrompt="1"/>
          </p:nvPr>
        </p:nvSpPr>
        <p:spPr>
          <a:xfrm>
            <a:off x="3934825" y="4635870"/>
            <a:ext cx="3147599" cy="1249806"/>
          </a:xfrm>
          <a:prstGeom prst="roundRect">
            <a:avLst/>
          </a:prstGeom>
          <a:gradFill>
            <a:gsLst>
              <a:gs pos="0">
                <a:schemeClr val="accent2"/>
              </a:gs>
              <a:gs pos="38000">
                <a:schemeClr val="accent1"/>
              </a:gs>
            </a:gsLst>
            <a:lin ang="15600000" scaled="0"/>
          </a:gradFill>
        </p:spPr>
        <p:txBody>
          <a:bodyPr lIns="228600" tIns="228600" rIns="228600" bIns="228600" anchor="ctr"/>
          <a:lstStyle>
            <a:lvl1pPr marL="0" indent="0" algn="l">
              <a:lnSpc>
                <a:spcPct val="100000"/>
              </a:lnSpc>
              <a:buNone/>
              <a:defRPr sz="1400">
                <a:solidFill>
                  <a:schemeClr val="bg1"/>
                </a:solidFill>
                <a:latin typeface="Arial" panose="020B0604020202020204" pitchFamily="34" charset="0"/>
                <a:cs typeface="Arial" panose="020B0604020202020204" pitchFamily="34" charset="0"/>
              </a:defRPr>
            </a:lvl1pPr>
            <a:lvl2pPr marL="457200" indent="0">
              <a:buNone/>
              <a:defRPr sz="1400">
                <a:latin typeface="Arial" panose="020B0604020202020204" pitchFamily="34" charset="0"/>
                <a:cs typeface="Arial" panose="020B0604020202020204" pitchFamily="34" charset="0"/>
              </a:defRPr>
            </a:lvl2pPr>
            <a:lvl3pPr marL="914400" indent="0">
              <a:buNone/>
              <a:defRPr sz="1400">
                <a:latin typeface="Arial" panose="020B0604020202020204" pitchFamily="34" charset="0"/>
                <a:cs typeface="Arial" panose="020B0604020202020204" pitchFamily="34" charset="0"/>
              </a:defRPr>
            </a:lvl3pPr>
            <a:lvl4pPr marL="1371600" indent="0">
              <a:buNone/>
              <a:defRPr sz="1400">
                <a:latin typeface="Arial" panose="020B0604020202020204" pitchFamily="34" charset="0"/>
                <a:cs typeface="Arial" panose="020B0604020202020204" pitchFamily="34" charset="0"/>
              </a:defRPr>
            </a:lvl4pPr>
            <a:lvl5pPr marL="1828800" indent="0">
              <a:buNone/>
              <a:defRPr sz="1400">
                <a:latin typeface="Arial" panose="020B0604020202020204" pitchFamily="34" charset="0"/>
                <a:cs typeface="Arial" panose="020B0604020202020204" pitchFamily="34" charset="0"/>
              </a:defRPr>
            </a:lvl5pPr>
          </a:lstStyle>
          <a:p>
            <a:pPr lvl="0"/>
            <a:r>
              <a:rPr lang="en-US" dirty="0">
                <a:effectLst/>
              </a:rPr>
              <a:t>Lorem ipsum dolor sit </a:t>
            </a:r>
            <a:r>
              <a:rPr lang="en-US" dirty="0" err="1">
                <a:effectLst/>
              </a:rPr>
              <a:t>amet</a:t>
            </a:r>
            <a:r>
              <a:rPr lang="en-US" dirty="0">
                <a:effectLst/>
              </a:rPr>
              <a:t> </a:t>
            </a:r>
            <a:r>
              <a:rPr lang="en-US" dirty="0" err="1">
                <a:effectLst/>
              </a:rPr>
              <a:t>consectetur</a:t>
            </a:r>
            <a:r>
              <a:rPr lang="en-US" dirty="0">
                <a:effectLst/>
              </a:rPr>
              <a:t> </a:t>
            </a:r>
            <a:r>
              <a:rPr lang="en-US" dirty="0" err="1">
                <a:effectLst/>
              </a:rPr>
              <a:t>adioiscing</a:t>
            </a:r>
            <a:r>
              <a:rPr lang="en-US" dirty="0">
                <a:effectLst/>
              </a:rPr>
              <a:t> </a:t>
            </a:r>
            <a:r>
              <a:rPr lang="en-US" dirty="0" err="1">
                <a:effectLst/>
              </a:rPr>
              <a:t>elit</a:t>
            </a:r>
            <a:r>
              <a:rPr lang="en-US" dirty="0">
                <a:effectLst/>
              </a:rPr>
              <a:t>, sed do </a:t>
            </a:r>
            <a:r>
              <a:rPr lang="en-US" dirty="0" err="1">
                <a:effectLst/>
              </a:rPr>
              <a:t>eiusmod</a:t>
            </a:r>
            <a:r>
              <a:rPr lang="en-US" dirty="0">
                <a:effectLst/>
              </a:rPr>
              <a:t> </a:t>
            </a:r>
            <a:r>
              <a:rPr lang="en-US" dirty="0" err="1">
                <a:effectLst/>
              </a:rPr>
              <a:t>tempor</a:t>
            </a:r>
            <a:r>
              <a:rPr lang="en-US" dirty="0">
                <a:effectLst/>
              </a:rPr>
              <a:t> </a:t>
            </a:r>
            <a:r>
              <a:rPr lang="en-US" dirty="0" err="1">
                <a:effectLst/>
              </a:rPr>
              <a:t>incididunt</a:t>
            </a:r>
            <a:r>
              <a:rPr lang="en-US" dirty="0">
                <a:effectLst/>
              </a:rPr>
              <a:t> </a:t>
            </a:r>
            <a:r>
              <a:rPr lang="en-US" dirty="0" err="1">
                <a:effectLst/>
              </a:rPr>
              <a:t>ut</a:t>
            </a:r>
            <a:r>
              <a:rPr lang="en-US" dirty="0">
                <a:effectLst/>
              </a:rPr>
              <a:t> labore et dolore magna.</a:t>
            </a:r>
            <a:endParaRPr lang="en-US" dirty="0"/>
          </a:p>
        </p:txBody>
      </p:sp>
    </p:spTree>
    <p:extLst>
      <p:ext uri="{BB962C8B-B14F-4D97-AF65-F5344CB8AC3E}">
        <p14:creationId xmlns:p14="http://schemas.microsoft.com/office/powerpoint/2010/main" val="1108502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Quarter image right">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598D33C-B81B-9ABA-DADF-A50B598C4A51}"/>
              </a:ext>
            </a:extLst>
          </p:cNvPr>
          <p:cNvSpPr>
            <a:spLocks noGrp="1"/>
          </p:cNvSpPr>
          <p:nvPr>
            <p:ph type="pic" sz="quarter" idx="10" hasCustomPrompt="1"/>
          </p:nvPr>
        </p:nvSpPr>
        <p:spPr>
          <a:xfrm>
            <a:off x="6096000" y="609600"/>
            <a:ext cx="5486400" cy="2671482"/>
          </a:xfrm>
          <a:prstGeom prst="roundRect">
            <a:avLst>
              <a:gd name="adj" fmla="val 5382"/>
            </a:avLst>
          </a:prstGeom>
          <a:solidFill>
            <a:schemeClr val="bg1">
              <a:lumMod val="85000"/>
            </a:schemeClr>
          </a:solidFill>
          <a:effectLst>
            <a:softEdge rad="0"/>
          </a:effectLst>
        </p:spPr>
        <p:txBody>
          <a:bodyPr/>
          <a:lstStyle>
            <a:lvl1pPr marL="0" indent="0">
              <a:buNone/>
              <a:defRPr sz="2000"/>
            </a:lvl1pPr>
          </a:lstStyle>
          <a:p>
            <a:r>
              <a:rPr lang="en-US" dirty="0"/>
              <a:t>Picture</a:t>
            </a:r>
          </a:p>
        </p:txBody>
      </p:sp>
      <p:sp>
        <p:nvSpPr>
          <p:cNvPr id="5" name="Text Placeholder 4">
            <a:extLst>
              <a:ext uri="{FF2B5EF4-FFF2-40B4-BE49-F238E27FC236}">
                <a16:creationId xmlns:a16="http://schemas.microsoft.com/office/drawing/2014/main" id="{7CC53AC5-1FD6-173B-4172-A1728AC1F740}"/>
              </a:ext>
            </a:extLst>
          </p:cNvPr>
          <p:cNvSpPr>
            <a:spLocks noGrp="1"/>
          </p:cNvSpPr>
          <p:nvPr>
            <p:ph type="body" sz="quarter" idx="11" hasCustomPrompt="1"/>
          </p:nvPr>
        </p:nvSpPr>
        <p:spPr>
          <a:xfrm>
            <a:off x="6096000" y="3498632"/>
            <a:ext cx="5486400" cy="2738655"/>
          </a:xfrm>
          <a:prstGeom prst="roundRect">
            <a:avLst>
              <a:gd name="adj" fmla="val 5629"/>
            </a:avLst>
          </a:prstGeom>
          <a:solidFill>
            <a:schemeClr val="bg1"/>
          </a:solidFill>
          <a:ln w="12700">
            <a:noFill/>
          </a:ln>
          <a:effectLst>
            <a:outerShdw blurRad="139700" dir="5400000" algn="ctr" rotWithShape="0">
              <a:schemeClr val="accent2">
                <a:alpha val="34000"/>
              </a:schemeClr>
            </a:outerShdw>
          </a:effectLst>
        </p:spPr>
        <p:txBody>
          <a:bodyPr lIns="365760" rIns="365760" anchor="ctr"/>
          <a:lstStyle>
            <a:lvl1pPr marL="0" indent="0" algn="l">
              <a:lnSpc>
                <a:spcPct val="100000"/>
              </a:lnSpc>
              <a:buNone/>
              <a:defRPr sz="1600">
                <a:solidFill>
                  <a:schemeClr val="tx1"/>
                </a:solidFill>
                <a:latin typeface="Arial" panose="020B0604020202020204" pitchFamily="34" charset="0"/>
                <a:cs typeface="Arial" panose="020B0604020202020204" pitchFamily="34" charset="0"/>
              </a:defRPr>
            </a:lvl1pPr>
            <a:lvl2pPr marL="457200" indent="0">
              <a:buNone/>
              <a:defRPr sz="1400">
                <a:latin typeface="Arial" panose="020B0604020202020204" pitchFamily="34" charset="0"/>
                <a:cs typeface="Arial" panose="020B0604020202020204" pitchFamily="34" charset="0"/>
              </a:defRPr>
            </a:lvl2pPr>
            <a:lvl3pPr marL="914400" indent="0">
              <a:buNone/>
              <a:defRPr sz="1400">
                <a:latin typeface="Arial" panose="020B0604020202020204" pitchFamily="34" charset="0"/>
                <a:cs typeface="Arial" panose="020B0604020202020204" pitchFamily="34" charset="0"/>
              </a:defRPr>
            </a:lvl3pPr>
            <a:lvl4pPr marL="1371600" indent="0">
              <a:buNone/>
              <a:defRPr sz="1400">
                <a:latin typeface="Arial" panose="020B0604020202020204" pitchFamily="34" charset="0"/>
                <a:cs typeface="Arial" panose="020B0604020202020204" pitchFamily="34" charset="0"/>
              </a:defRPr>
            </a:lvl4pPr>
            <a:lvl5pPr marL="1828800" indent="0">
              <a:buNone/>
              <a:defRPr sz="1400">
                <a:latin typeface="Arial" panose="020B0604020202020204" pitchFamily="34" charset="0"/>
                <a:cs typeface="Arial" panose="020B0604020202020204" pitchFamily="34" charset="0"/>
              </a:defRPr>
            </a:lvl5pPr>
          </a:lstStyle>
          <a:p>
            <a:pPr lvl="0"/>
            <a:r>
              <a:rPr lang="en-US" dirty="0">
                <a:effectLst/>
              </a:rPr>
              <a:t>Lorem ipsum dolor sit </a:t>
            </a:r>
            <a:r>
              <a:rPr lang="en-US" dirty="0" err="1">
                <a:effectLst/>
              </a:rPr>
              <a:t>amet</a:t>
            </a:r>
            <a:r>
              <a:rPr lang="en-US" dirty="0">
                <a:effectLst/>
              </a:rPr>
              <a:t> </a:t>
            </a:r>
            <a:r>
              <a:rPr lang="en-US" dirty="0" err="1">
                <a:effectLst/>
              </a:rPr>
              <a:t>consectetur</a:t>
            </a:r>
            <a:r>
              <a:rPr lang="en-US" dirty="0">
                <a:effectLst/>
              </a:rPr>
              <a:t> </a:t>
            </a:r>
            <a:r>
              <a:rPr lang="en-US" dirty="0" err="1">
                <a:effectLst/>
              </a:rPr>
              <a:t>adioiscing</a:t>
            </a:r>
            <a:r>
              <a:rPr lang="en-US" dirty="0">
                <a:effectLst/>
              </a:rPr>
              <a:t> </a:t>
            </a:r>
            <a:r>
              <a:rPr lang="en-US" dirty="0" err="1">
                <a:effectLst/>
              </a:rPr>
              <a:t>elit</a:t>
            </a:r>
            <a:r>
              <a:rPr lang="en-US" dirty="0">
                <a:effectLst/>
              </a:rPr>
              <a:t>, sed do </a:t>
            </a:r>
            <a:r>
              <a:rPr lang="en-US" dirty="0" err="1">
                <a:effectLst/>
              </a:rPr>
              <a:t>eiusmod</a:t>
            </a:r>
            <a:r>
              <a:rPr lang="en-US" dirty="0">
                <a:effectLst/>
              </a:rPr>
              <a:t> </a:t>
            </a:r>
            <a:r>
              <a:rPr lang="en-US" dirty="0" err="1">
                <a:effectLst/>
              </a:rPr>
              <a:t>tempor</a:t>
            </a:r>
            <a:r>
              <a:rPr lang="en-US" dirty="0">
                <a:effectLst/>
              </a:rPr>
              <a:t> </a:t>
            </a:r>
            <a:r>
              <a:rPr lang="en-US" dirty="0" err="1">
                <a:effectLst/>
              </a:rPr>
              <a:t>incididunt</a:t>
            </a:r>
            <a:r>
              <a:rPr lang="en-US" dirty="0">
                <a:effectLst/>
              </a:rPr>
              <a:t> </a:t>
            </a:r>
            <a:r>
              <a:rPr lang="en-US" dirty="0" err="1">
                <a:effectLst/>
              </a:rPr>
              <a:t>ut</a:t>
            </a:r>
            <a:r>
              <a:rPr lang="en-US" dirty="0">
                <a:effectLst/>
              </a:rPr>
              <a:t> labore et dolore magna.</a:t>
            </a:r>
            <a:endParaRPr lang="en-US" dirty="0"/>
          </a:p>
        </p:txBody>
      </p:sp>
      <p:sp>
        <p:nvSpPr>
          <p:cNvPr id="10" name="Title Placeholder 1">
            <a:extLst>
              <a:ext uri="{FF2B5EF4-FFF2-40B4-BE49-F238E27FC236}">
                <a16:creationId xmlns:a16="http://schemas.microsoft.com/office/drawing/2014/main" id="{5794942A-D6B2-3B72-0EA0-A07426FFABB8}"/>
              </a:ext>
            </a:extLst>
          </p:cNvPr>
          <p:cNvSpPr>
            <a:spLocks noGrp="1"/>
          </p:cNvSpPr>
          <p:nvPr>
            <p:ph type="title" hasCustomPrompt="1"/>
          </p:nvPr>
        </p:nvSpPr>
        <p:spPr bwMode="auto">
          <a:xfrm>
            <a:off x="609600" y="548258"/>
            <a:ext cx="4899025" cy="773396"/>
          </a:xfrm>
          <a:prstGeom prst="rect">
            <a:avLst/>
          </a:prstGeom>
          <a:noFill/>
          <a:ln>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0" rIns="91440" bIns="45720" numCol="1" anchor="t" anchorCtr="0" compatLnSpc="1">
            <a:prstTxWarp prst="textNoShape">
              <a:avLst/>
            </a:prstTxWarp>
          </a:bodyPr>
          <a:lstStyle>
            <a:lvl1pPr>
              <a:defRPr sz="3200" b="1">
                <a:latin typeface="Arial" panose="020B0604020202020204" pitchFamily="34" charset="0"/>
                <a:cs typeface="Arial" panose="020B0604020202020204" pitchFamily="34" charset="0"/>
              </a:defRPr>
            </a:lvl1pPr>
          </a:lstStyle>
          <a:p>
            <a:pPr lvl="0"/>
            <a:r>
              <a:rPr lang="en-US" dirty="0"/>
              <a:t>Slide title</a:t>
            </a:r>
            <a:endParaRPr dirty="0"/>
          </a:p>
        </p:txBody>
      </p:sp>
      <p:pic>
        <p:nvPicPr>
          <p:cNvPr id="3" name="Picture 2">
            <a:extLst>
              <a:ext uri="{FF2B5EF4-FFF2-40B4-BE49-F238E27FC236}">
                <a16:creationId xmlns:a16="http://schemas.microsoft.com/office/drawing/2014/main" id="{E36BDA5E-CDC1-E14A-9489-54088DDFD15D}"/>
              </a:ext>
            </a:extLst>
          </p:cNvPr>
          <p:cNvPicPr>
            <a:picLocks noChangeAspect="1"/>
          </p:cNvPicPr>
          <p:nvPr userDrawn="1"/>
        </p:nvPicPr>
        <p:blipFill>
          <a:blip r:embed="rId2"/>
          <a:srcRect/>
          <a:stretch/>
        </p:blipFill>
        <p:spPr>
          <a:xfrm>
            <a:off x="113339" y="6454075"/>
            <a:ext cx="415951" cy="233859"/>
          </a:xfrm>
          <a:prstGeom prst="rect">
            <a:avLst/>
          </a:prstGeom>
        </p:spPr>
      </p:pic>
      <p:sp>
        <p:nvSpPr>
          <p:cNvPr id="4" name="Text Placeholder 3">
            <a:extLst>
              <a:ext uri="{FF2B5EF4-FFF2-40B4-BE49-F238E27FC236}">
                <a16:creationId xmlns:a16="http://schemas.microsoft.com/office/drawing/2014/main" id="{63E4B5AC-300A-02CB-C13F-90E69C94682C}"/>
              </a:ext>
            </a:extLst>
          </p:cNvPr>
          <p:cNvSpPr>
            <a:spLocks noGrp="1"/>
          </p:cNvSpPr>
          <p:nvPr>
            <p:ph type="body" sz="quarter" idx="12"/>
          </p:nvPr>
        </p:nvSpPr>
        <p:spPr>
          <a:xfrm>
            <a:off x="609600" y="1376363"/>
            <a:ext cx="4899025" cy="4860925"/>
          </a:xfrm>
          <a:prstGeom prst="rect">
            <a:avLst/>
          </a:prstGeom>
        </p:spPr>
        <p:txBody>
          <a:bodyPr lIns="0" rIns="0"/>
          <a:lstStyle>
            <a:lvl1pPr marL="0" indent="0">
              <a:buNone/>
              <a:defRPr sz="1800"/>
            </a:lvl1pPr>
            <a:lvl2pPr marL="233363" indent="-225425">
              <a:tabLst/>
              <a:defRPr sz="1800"/>
            </a:lvl2pPr>
            <a:lvl3pPr marL="457200" indent="-223838">
              <a:tabLst/>
              <a:defRPr sz="1600"/>
            </a:lvl3pPr>
            <a:lvl4pPr marL="690563" indent="-233363">
              <a:tabLst/>
              <a:defRPr sz="1400"/>
            </a:lvl4pPr>
            <a:lvl5pPr marL="914400" indent="-223838">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027535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Quarter image left">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598D33C-B81B-9ABA-DADF-A50B598C4A51}"/>
              </a:ext>
            </a:extLst>
          </p:cNvPr>
          <p:cNvSpPr>
            <a:spLocks noGrp="1"/>
          </p:cNvSpPr>
          <p:nvPr>
            <p:ph type="pic" sz="quarter" idx="10" hasCustomPrompt="1"/>
          </p:nvPr>
        </p:nvSpPr>
        <p:spPr>
          <a:xfrm>
            <a:off x="609600" y="609600"/>
            <a:ext cx="5486400" cy="2671482"/>
          </a:xfrm>
          <a:prstGeom prst="roundRect">
            <a:avLst>
              <a:gd name="adj" fmla="val 5382"/>
            </a:avLst>
          </a:prstGeom>
          <a:solidFill>
            <a:schemeClr val="bg1">
              <a:lumMod val="85000"/>
            </a:schemeClr>
          </a:solidFill>
          <a:effectLst>
            <a:softEdge rad="0"/>
          </a:effectLst>
        </p:spPr>
        <p:txBody>
          <a:bodyPr/>
          <a:lstStyle>
            <a:lvl1pPr marL="0" indent="0">
              <a:buNone/>
              <a:defRPr sz="2000"/>
            </a:lvl1pPr>
          </a:lstStyle>
          <a:p>
            <a:r>
              <a:rPr lang="en-US" dirty="0"/>
              <a:t>Picture</a:t>
            </a:r>
          </a:p>
        </p:txBody>
      </p:sp>
      <p:sp>
        <p:nvSpPr>
          <p:cNvPr id="5" name="Text Placeholder 4">
            <a:extLst>
              <a:ext uri="{FF2B5EF4-FFF2-40B4-BE49-F238E27FC236}">
                <a16:creationId xmlns:a16="http://schemas.microsoft.com/office/drawing/2014/main" id="{7CC53AC5-1FD6-173B-4172-A1728AC1F740}"/>
              </a:ext>
            </a:extLst>
          </p:cNvPr>
          <p:cNvSpPr>
            <a:spLocks noGrp="1"/>
          </p:cNvSpPr>
          <p:nvPr>
            <p:ph type="body" sz="quarter" idx="11" hasCustomPrompt="1"/>
          </p:nvPr>
        </p:nvSpPr>
        <p:spPr>
          <a:xfrm>
            <a:off x="609600" y="3498632"/>
            <a:ext cx="5486400" cy="2738655"/>
          </a:xfrm>
          <a:prstGeom prst="roundRect">
            <a:avLst>
              <a:gd name="adj" fmla="val 5629"/>
            </a:avLst>
          </a:prstGeom>
          <a:solidFill>
            <a:schemeClr val="bg1"/>
          </a:solidFill>
          <a:ln w="12700">
            <a:noFill/>
          </a:ln>
          <a:effectLst>
            <a:outerShdw blurRad="139700" dir="5400000" algn="ctr" rotWithShape="0">
              <a:schemeClr val="accent2">
                <a:alpha val="34000"/>
              </a:schemeClr>
            </a:outerShdw>
          </a:effectLst>
        </p:spPr>
        <p:txBody>
          <a:bodyPr lIns="365760" rIns="365760" anchor="ctr"/>
          <a:lstStyle>
            <a:lvl1pPr marL="0" indent="0" algn="l">
              <a:lnSpc>
                <a:spcPct val="100000"/>
              </a:lnSpc>
              <a:buNone/>
              <a:defRPr sz="1600">
                <a:solidFill>
                  <a:schemeClr val="tx1"/>
                </a:solidFill>
                <a:latin typeface="Arial" panose="020B0604020202020204" pitchFamily="34" charset="0"/>
                <a:cs typeface="Arial" panose="020B0604020202020204" pitchFamily="34" charset="0"/>
              </a:defRPr>
            </a:lvl1pPr>
            <a:lvl2pPr marL="457200" indent="0">
              <a:buNone/>
              <a:defRPr sz="1400">
                <a:latin typeface="Arial" panose="020B0604020202020204" pitchFamily="34" charset="0"/>
                <a:cs typeface="Arial" panose="020B0604020202020204" pitchFamily="34" charset="0"/>
              </a:defRPr>
            </a:lvl2pPr>
            <a:lvl3pPr marL="914400" indent="0">
              <a:buNone/>
              <a:defRPr sz="1400">
                <a:latin typeface="Arial" panose="020B0604020202020204" pitchFamily="34" charset="0"/>
                <a:cs typeface="Arial" panose="020B0604020202020204" pitchFamily="34" charset="0"/>
              </a:defRPr>
            </a:lvl3pPr>
            <a:lvl4pPr marL="1371600" indent="0">
              <a:buNone/>
              <a:defRPr sz="1400">
                <a:latin typeface="Arial" panose="020B0604020202020204" pitchFamily="34" charset="0"/>
                <a:cs typeface="Arial" panose="020B0604020202020204" pitchFamily="34" charset="0"/>
              </a:defRPr>
            </a:lvl4pPr>
            <a:lvl5pPr marL="1828800" indent="0">
              <a:buNone/>
              <a:defRPr sz="1400">
                <a:latin typeface="Arial" panose="020B0604020202020204" pitchFamily="34" charset="0"/>
                <a:cs typeface="Arial" panose="020B0604020202020204" pitchFamily="34" charset="0"/>
              </a:defRPr>
            </a:lvl5pPr>
          </a:lstStyle>
          <a:p>
            <a:pPr lvl="0"/>
            <a:r>
              <a:rPr lang="en-US" dirty="0">
                <a:effectLst/>
              </a:rPr>
              <a:t>Lorem ipsum dolor sit </a:t>
            </a:r>
            <a:r>
              <a:rPr lang="en-US" dirty="0" err="1">
                <a:effectLst/>
              </a:rPr>
              <a:t>amet</a:t>
            </a:r>
            <a:r>
              <a:rPr lang="en-US" dirty="0">
                <a:effectLst/>
              </a:rPr>
              <a:t> </a:t>
            </a:r>
            <a:r>
              <a:rPr lang="en-US" dirty="0" err="1">
                <a:effectLst/>
              </a:rPr>
              <a:t>consectetur</a:t>
            </a:r>
            <a:r>
              <a:rPr lang="en-US" dirty="0">
                <a:effectLst/>
              </a:rPr>
              <a:t> </a:t>
            </a:r>
            <a:r>
              <a:rPr lang="en-US" dirty="0" err="1">
                <a:effectLst/>
              </a:rPr>
              <a:t>adioiscing</a:t>
            </a:r>
            <a:r>
              <a:rPr lang="en-US" dirty="0">
                <a:effectLst/>
              </a:rPr>
              <a:t> </a:t>
            </a:r>
            <a:r>
              <a:rPr lang="en-US" dirty="0" err="1">
                <a:effectLst/>
              </a:rPr>
              <a:t>elit</a:t>
            </a:r>
            <a:r>
              <a:rPr lang="en-US" dirty="0">
                <a:effectLst/>
              </a:rPr>
              <a:t>, sed do </a:t>
            </a:r>
            <a:r>
              <a:rPr lang="en-US" dirty="0" err="1">
                <a:effectLst/>
              </a:rPr>
              <a:t>eiusmod</a:t>
            </a:r>
            <a:r>
              <a:rPr lang="en-US" dirty="0">
                <a:effectLst/>
              </a:rPr>
              <a:t> </a:t>
            </a:r>
            <a:r>
              <a:rPr lang="en-US" dirty="0" err="1">
                <a:effectLst/>
              </a:rPr>
              <a:t>tempor</a:t>
            </a:r>
            <a:r>
              <a:rPr lang="en-US" dirty="0">
                <a:effectLst/>
              </a:rPr>
              <a:t> </a:t>
            </a:r>
            <a:r>
              <a:rPr lang="en-US" dirty="0" err="1">
                <a:effectLst/>
              </a:rPr>
              <a:t>incididunt</a:t>
            </a:r>
            <a:r>
              <a:rPr lang="en-US" dirty="0">
                <a:effectLst/>
              </a:rPr>
              <a:t> </a:t>
            </a:r>
            <a:r>
              <a:rPr lang="en-US" dirty="0" err="1">
                <a:effectLst/>
              </a:rPr>
              <a:t>ut</a:t>
            </a:r>
            <a:r>
              <a:rPr lang="en-US" dirty="0">
                <a:effectLst/>
              </a:rPr>
              <a:t> labore et dolore magna.</a:t>
            </a:r>
            <a:endParaRPr lang="en-US" dirty="0"/>
          </a:p>
        </p:txBody>
      </p:sp>
      <p:sp>
        <p:nvSpPr>
          <p:cNvPr id="10" name="Title Placeholder 1">
            <a:extLst>
              <a:ext uri="{FF2B5EF4-FFF2-40B4-BE49-F238E27FC236}">
                <a16:creationId xmlns:a16="http://schemas.microsoft.com/office/drawing/2014/main" id="{5794942A-D6B2-3B72-0EA0-A07426FFABB8}"/>
              </a:ext>
            </a:extLst>
          </p:cNvPr>
          <p:cNvSpPr>
            <a:spLocks noGrp="1"/>
          </p:cNvSpPr>
          <p:nvPr>
            <p:ph type="title" hasCustomPrompt="1"/>
          </p:nvPr>
        </p:nvSpPr>
        <p:spPr bwMode="auto">
          <a:xfrm>
            <a:off x="6683375" y="548258"/>
            <a:ext cx="4899025" cy="773396"/>
          </a:xfrm>
          <a:prstGeom prst="rect">
            <a:avLst/>
          </a:prstGeom>
          <a:noFill/>
          <a:ln>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0" rIns="91440" bIns="45720" numCol="1" anchor="t" anchorCtr="0" compatLnSpc="1">
            <a:prstTxWarp prst="textNoShape">
              <a:avLst/>
            </a:prstTxWarp>
          </a:bodyPr>
          <a:lstStyle>
            <a:lvl1pPr>
              <a:defRPr sz="3200" b="1">
                <a:latin typeface="Arial" panose="020B0604020202020204" pitchFamily="34" charset="0"/>
                <a:cs typeface="Arial" panose="020B0604020202020204" pitchFamily="34" charset="0"/>
              </a:defRPr>
            </a:lvl1pPr>
          </a:lstStyle>
          <a:p>
            <a:pPr lvl="0"/>
            <a:r>
              <a:rPr lang="en-US" dirty="0"/>
              <a:t>Slide title</a:t>
            </a:r>
            <a:endParaRPr dirty="0"/>
          </a:p>
        </p:txBody>
      </p:sp>
      <p:sp>
        <p:nvSpPr>
          <p:cNvPr id="2" name="Text Placeholder 3">
            <a:extLst>
              <a:ext uri="{FF2B5EF4-FFF2-40B4-BE49-F238E27FC236}">
                <a16:creationId xmlns:a16="http://schemas.microsoft.com/office/drawing/2014/main" id="{AE284509-F781-C5F1-10E0-D59405F23AA3}"/>
              </a:ext>
            </a:extLst>
          </p:cNvPr>
          <p:cNvSpPr>
            <a:spLocks noGrp="1"/>
          </p:cNvSpPr>
          <p:nvPr>
            <p:ph type="body" sz="quarter" idx="12"/>
          </p:nvPr>
        </p:nvSpPr>
        <p:spPr>
          <a:xfrm>
            <a:off x="6683375" y="1376363"/>
            <a:ext cx="4899025" cy="4860925"/>
          </a:xfrm>
          <a:prstGeom prst="rect">
            <a:avLst/>
          </a:prstGeom>
        </p:spPr>
        <p:txBody>
          <a:bodyPr lIns="0" rIns="0"/>
          <a:lstStyle>
            <a:lvl1pPr marL="0" indent="0">
              <a:buNone/>
              <a:defRPr sz="1800"/>
            </a:lvl1pPr>
            <a:lvl2pPr marL="233363" indent="-225425">
              <a:tabLst/>
              <a:defRPr sz="1800"/>
            </a:lvl2pPr>
            <a:lvl3pPr marL="457200" indent="-223838">
              <a:tabLst/>
              <a:defRPr sz="1600"/>
            </a:lvl3pPr>
            <a:lvl4pPr marL="690563" indent="-233363">
              <a:tabLst/>
              <a:defRPr sz="1400"/>
            </a:lvl4pPr>
            <a:lvl5pPr marL="914400" indent="-223838">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237043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Highlight">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53DD2071-5EEC-E3AE-F63D-8A140FA548C4}"/>
              </a:ext>
            </a:extLst>
          </p:cNvPr>
          <p:cNvSpPr>
            <a:spLocks noGrp="1"/>
          </p:cNvSpPr>
          <p:nvPr>
            <p:ph type="body" sz="quarter" idx="12" hasCustomPrompt="1"/>
          </p:nvPr>
        </p:nvSpPr>
        <p:spPr>
          <a:xfrm>
            <a:off x="6096001" y="2640945"/>
            <a:ext cx="5486400" cy="3596343"/>
          </a:xfrm>
          <a:prstGeom prst="rect">
            <a:avLst/>
          </a:prstGeom>
        </p:spPr>
        <p:txBody>
          <a:bodyPr lIns="0" rIns="0"/>
          <a:lstStyle>
            <a:lvl1pPr marL="0" indent="0">
              <a:buNone/>
              <a:defRPr sz="1800"/>
            </a:lvl1pPr>
            <a:lvl2pPr marL="233363" indent="-225425">
              <a:tabLst/>
              <a:defRPr sz="1800"/>
            </a:lvl2pPr>
            <a:lvl3pPr marL="457200" indent="-223838">
              <a:tabLst/>
              <a:defRPr sz="1600"/>
            </a:lvl3pPr>
            <a:lvl4pPr marL="690563" indent="-233363">
              <a:tabLst/>
              <a:defRPr sz="1400"/>
            </a:lvl4pPr>
            <a:lvl5pPr marL="914400" indent="-223838">
              <a:tabLst/>
              <a:defRPr sz="1400"/>
            </a:lvl5pPr>
          </a:lstStyle>
          <a:p>
            <a:pPr lvl="0"/>
            <a:r>
              <a:rPr lang="en-US" dirty="0">
                <a:effectLst/>
              </a:rPr>
              <a:t>Lorem ipsum dolor sit </a:t>
            </a:r>
            <a:r>
              <a:rPr lang="en-US" dirty="0" err="1">
                <a:effectLst/>
              </a:rPr>
              <a:t>amet</a:t>
            </a:r>
            <a:r>
              <a:rPr lang="en-US" dirty="0">
                <a:effectLst/>
              </a:rPr>
              <a:t> </a:t>
            </a:r>
            <a:r>
              <a:rPr lang="en-US" dirty="0" err="1">
                <a:effectLst/>
              </a:rPr>
              <a:t>consectetur</a:t>
            </a:r>
            <a:r>
              <a:rPr lang="en-US" dirty="0">
                <a:effectLst/>
              </a:rPr>
              <a:t> </a:t>
            </a:r>
            <a:r>
              <a:rPr lang="en-US" dirty="0" err="1">
                <a:effectLst/>
              </a:rPr>
              <a:t>adioiscing</a:t>
            </a:r>
            <a:r>
              <a:rPr lang="en-US" dirty="0">
                <a:effectLst/>
              </a:rPr>
              <a:t> </a:t>
            </a:r>
            <a:r>
              <a:rPr lang="en-US" dirty="0" err="1">
                <a:effectLst/>
              </a:rPr>
              <a:t>elit</a:t>
            </a:r>
            <a:r>
              <a:rPr lang="en-US" dirty="0">
                <a:effectLst/>
              </a:rPr>
              <a:t>, sed do </a:t>
            </a:r>
            <a:r>
              <a:rPr lang="en-US" dirty="0" err="1">
                <a:effectLst/>
              </a:rPr>
              <a:t>eiusmod</a:t>
            </a:r>
            <a:r>
              <a:rPr lang="en-US" dirty="0">
                <a:effectLst/>
              </a:rPr>
              <a:t> </a:t>
            </a:r>
            <a:r>
              <a:rPr lang="en-US" dirty="0" err="1">
                <a:effectLst/>
              </a:rPr>
              <a:t>tempor</a:t>
            </a:r>
            <a:r>
              <a:rPr lang="en-US" dirty="0">
                <a:effectLst/>
              </a:rPr>
              <a:t> </a:t>
            </a:r>
            <a:r>
              <a:rPr lang="en-US" dirty="0" err="1">
                <a:effectLst/>
              </a:rPr>
              <a:t>incididunt</a:t>
            </a:r>
            <a:r>
              <a:rPr lang="en-US" dirty="0">
                <a:effectLst/>
              </a:rPr>
              <a:t> </a:t>
            </a:r>
            <a:r>
              <a:rPr lang="en-US" dirty="0" err="1">
                <a:effectLst/>
              </a:rPr>
              <a:t>ut</a:t>
            </a:r>
            <a:r>
              <a:rPr lang="en-US" dirty="0">
                <a:effectLst/>
              </a:rPr>
              <a:t> labore et dolore magna.</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laceholder 1">
            <a:extLst>
              <a:ext uri="{FF2B5EF4-FFF2-40B4-BE49-F238E27FC236}">
                <a16:creationId xmlns:a16="http://schemas.microsoft.com/office/drawing/2014/main" id="{E308B887-878E-B858-E229-F31F4DAAB382}"/>
              </a:ext>
            </a:extLst>
          </p:cNvPr>
          <p:cNvSpPr>
            <a:spLocks noGrp="1"/>
          </p:cNvSpPr>
          <p:nvPr>
            <p:ph type="title" hasCustomPrompt="1"/>
          </p:nvPr>
        </p:nvSpPr>
        <p:spPr bwMode="auto">
          <a:xfrm>
            <a:off x="609600" y="2652057"/>
            <a:ext cx="4892168" cy="3596343"/>
          </a:xfrm>
          <a:prstGeom prst="rect">
            <a:avLst/>
          </a:prstGeom>
          <a:noFill/>
          <a:ln>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0" rIns="91440" bIns="45720" numCol="1" anchor="t" anchorCtr="0" compatLnSpc="1">
            <a:prstTxWarp prst="textNoShape">
              <a:avLst/>
            </a:prstTxWarp>
          </a:bodyPr>
          <a:lstStyle>
            <a:lvl1pPr>
              <a:defRPr sz="3200" b="1">
                <a:latin typeface="Arial" panose="020B0604020202020204" pitchFamily="34" charset="0"/>
                <a:cs typeface="Arial" panose="020B0604020202020204" pitchFamily="34" charset="0"/>
              </a:defRPr>
            </a:lvl1pPr>
          </a:lstStyle>
          <a:p>
            <a:pPr lvl="0"/>
            <a:r>
              <a:rPr lang="en-US" dirty="0"/>
              <a:t>Slide title</a:t>
            </a:r>
            <a:endParaRPr dirty="0"/>
          </a:p>
        </p:txBody>
      </p:sp>
      <p:pic>
        <p:nvPicPr>
          <p:cNvPr id="5" name="Picture 4">
            <a:extLst>
              <a:ext uri="{FF2B5EF4-FFF2-40B4-BE49-F238E27FC236}">
                <a16:creationId xmlns:a16="http://schemas.microsoft.com/office/drawing/2014/main" id="{93D3183D-5245-7E5B-4512-148B0691DF33}"/>
              </a:ext>
            </a:extLst>
          </p:cNvPr>
          <p:cNvPicPr>
            <a:picLocks noChangeAspect="1"/>
          </p:cNvPicPr>
          <p:nvPr userDrawn="1"/>
        </p:nvPicPr>
        <p:blipFill>
          <a:blip r:embed="rId2"/>
          <a:srcRect/>
          <a:stretch/>
        </p:blipFill>
        <p:spPr>
          <a:xfrm>
            <a:off x="113339" y="6454075"/>
            <a:ext cx="415951" cy="233859"/>
          </a:xfrm>
          <a:prstGeom prst="rect">
            <a:avLst/>
          </a:prstGeom>
        </p:spPr>
      </p:pic>
    </p:spTree>
    <p:extLst>
      <p:ext uri="{BB962C8B-B14F-4D97-AF65-F5344CB8AC3E}">
        <p14:creationId xmlns:p14="http://schemas.microsoft.com/office/powerpoint/2010/main" val="9743367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10" name="Title Placeholder 1">
            <a:extLst>
              <a:ext uri="{FF2B5EF4-FFF2-40B4-BE49-F238E27FC236}">
                <a16:creationId xmlns:a16="http://schemas.microsoft.com/office/drawing/2014/main" id="{5794942A-D6B2-3B72-0EA0-A07426FFABB8}"/>
              </a:ext>
            </a:extLst>
          </p:cNvPr>
          <p:cNvSpPr>
            <a:spLocks noGrp="1"/>
          </p:cNvSpPr>
          <p:nvPr>
            <p:ph type="title" hasCustomPrompt="1"/>
          </p:nvPr>
        </p:nvSpPr>
        <p:spPr bwMode="auto">
          <a:xfrm>
            <a:off x="609600" y="548258"/>
            <a:ext cx="10972800" cy="773396"/>
          </a:xfrm>
          <a:prstGeom prst="rect">
            <a:avLst/>
          </a:prstGeom>
          <a:noFill/>
          <a:ln>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0" rIns="91440" bIns="45720" numCol="1" anchor="t" anchorCtr="0" compatLnSpc="1">
            <a:prstTxWarp prst="textNoShape">
              <a:avLst/>
            </a:prstTxWarp>
          </a:bodyPr>
          <a:lstStyle>
            <a:lvl1pPr>
              <a:defRPr sz="3200" b="1">
                <a:latin typeface="Arial" panose="020B0604020202020204" pitchFamily="34" charset="0"/>
                <a:cs typeface="Arial" panose="020B0604020202020204" pitchFamily="34" charset="0"/>
              </a:defRPr>
            </a:lvl1pPr>
          </a:lstStyle>
          <a:p>
            <a:pPr lvl="0"/>
            <a:r>
              <a:rPr lang="en-US" dirty="0"/>
              <a:t>Slide title</a:t>
            </a:r>
            <a:endParaRPr dirty="0"/>
          </a:p>
        </p:txBody>
      </p:sp>
      <p:pic>
        <p:nvPicPr>
          <p:cNvPr id="3" name="Picture 2">
            <a:extLst>
              <a:ext uri="{FF2B5EF4-FFF2-40B4-BE49-F238E27FC236}">
                <a16:creationId xmlns:a16="http://schemas.microsoft.com/office/drawing/2014/main" id="{E36BDA5E-CDC1-E14A-9489-54088DDFD15D}"/>
              </a:ext>
            </a:extLst>
          </p:cNvPr>
          <p:cNvPicPr>
            <a:picLocks noChangeAspect="1"/>
          </p:cNvPicPr>
          <p:nvPr userDrawn="1"/>
        </p:nvPicPr>
        <p:blipFill>
          <a:blip r:embed="rId2"/>
          <a:srcRect/>
          <a:stretch/>
        </p:blipFill>
        <p:spPr>
          <a:xfrm>
            <a:off x="113339" y="6454075"/>
            <a:ext cx="415951" cy="233859"/>
          </a:xfrm>
          <a:prstGeom prst="rect">
            <a:avLst/>
          </a:prstGeom>
        </p:spPr>
      </p:pic>
      <p:sp>
        <p:nvSpPr>
          <p:cNvPr id="4" name="Text Placeholder 3">
            <a:extLst>
              <a:ext uri="{FF2B5EF4-FFF2-40B4-BE49-F238E27FC236}">
                <a16:creationId xmlns:a16="http://schemas.microsoft.com/office/drawing/2014/main" id="{63E4B5AC-300A-02CB-C13F-90E69C94682C}"/>
              </a:ext>
            </a:extLst>
          </p:cNvPr>
          <p:cNvSpPr>
            <a:spLocks noGrp="1"/>
          </p:cNvSpPr>
          <p:nvPr>
            <p:ph type="body" sz="quarter" idx="12"/>
          </p:nvPr>
        </p:nvSpPr>
        <p:spPr>
          <a:xfrm>
            <a:off x="609600" y="1376363"/>
            <a:ext cx="5181600" cy="4860925"/>
          </a:xfrm>
          <a:prstGeom prst="rect">
            <a:avLst/>
          </a:prstGeom>
        </p:spPr>
        <p:txBody>
          <a:bodyPr lIns="0" rIns="0"/>
          <a:lstStyle>
            <a:lvl1pPr marL="0" indent="0">
              <a:buNone/>
              <a:defRPr sz="1800"/>
            </a:lvl1pPr>
            <a:lvl2pPr marL="233363" indent="-225425">
              <a:tabLst/>
              <a:defRPr sz="1800"/>
            </a:lvl2pPr>
            <a:lvl3pPr marL="457200" indent="-223838">
              <a:tabLst/>
              <a:defRPr sz="1600"/>
            </a:lvl3pPr>
            <a:lvl4pPr marL="690563" indent="-233363">
              <a:tabLst/>
              <a:defRPr sz="1400"/>
            </a:lvl4pPr>
            <a:lvl5pPr marL="914400" indent="-223838">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3">
            <a:extLst>
              <a:ext uri="{FF2B5EF4-FFF2-40B4-BE49-F238E27FC236}">
                <a16:creationId xmlns:a16="http://schemas.microsoft.com/office/drawing/2014/main" id="{D7177870-D7BA-557D-E4CF-4508EE697456}"/>
              </a:ext>
            </a:extLst>
          </p:cNvPr>
          <p:cNvSpPr>
            <a:spLocks noGrp="1"/>
          </p:cNvSpPr>
          <p:nvPr>
            <p:ph type="body" sz="quarter" idx="13"/>
          </p:nvPr>
        </p:nvSpPr>
        <p:spPr>
          <a:xfrm>
            <a:off x="6404225" y="1376363"/>
            <a:ext cx="5181600" cy="4860925"/>
          </a:xfrm>
          <a:prstGeom prst="rect">
            <a:avLst/>
          </a:prstGeom>
        </p:spPr>
        <p:txBody>
          <a:bodyPr lIns="0" rIns="0"/>
          <a:lstStyle>
            <a:lvl1pPr marL="0" indent="0">
              <a:buNone/>
              <a:defRPr sz="1800"/>
            </a:lvl1pPr>
            <a:lvl2pPr marL="233363" indent="-225425">
              <a:tabLst/>
              <a:defRPr sz="1800"/>
            </a:lvl2pPr>
            <a:lvl3pPr marL="457200" indent="-223838">
              <a:tabLst/>
              <a:defRPr sz="1600"/>
            </a:lvl3pPr>
            <a:lvl4pPr marL="690563" indent="-233363">
              <a:tabLst/>
              <a:defRPr sz="1400"/>
            </a:lvl4pPr>
            <a:lvl5pPr marL="914400" indent="-223838">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155301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sp>
        <p:nvSpPr>
          <p:cNvPr id="10" name="Title Placeholder 1">
            <a:extLst>
              <a:ext uri="{FF2B5EF4-FFF2-40B4-BE49-F238E27FC236}">
                <a16:creationId xmlns:a16="http://schemas.microsoft.com/office/drawing/2014/main" id="{5794942A-D6B2-3B72-0EA0-A07426FFABB8}"/>
              </a:ext>
            </a:extLst>
          </p:cNvPr>
          <p:cNvSpPr>
            <a:spLocks noGrp="1"/>
          </p:cNvSpPr>
          <p:nvPr>
            <p:ph type="title" hasCustomPrompt="1"/>
          </p:nvPr>
        </p:nvSpPr>
        <p:spPr bwMode="auto">
          <a:xfrm>
            <a:off x="609600" y="548258"/>
            <a:ext cx="10972800" cy="773396"/>
          </a:xfrm>
          <a:prstGeom prst="rect">
            <a:avLst/>
          </a:prstGeom>
          <a:noFill/>
          <a:ln>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0" rIns="91440" bIns="45720" numCol="1" anchor="t" anchorCtr="0" compatLnSpc="1">
            <a:prstTxWarp prst="textNoShape">
              <a:avLst/>
            </a:prstTxWarp>
          </a:bodyPr>
          <a:lstStyle>
            <a:lvl1pPr>
              <a:defRPr sz="3200" b="1">
                <a:latin typeface="Arial" panose="020B0604020202020204" pitchFamily="34" charset="0"/>
                <a:cs typeface="Arial" panose="020B0604020202020204" pitchFamily="34" charset="0"/>
              </a:defRPr>
            </a:lvl1pPr>
          </a:lstStyle>
          <a:p>
            <a:pPr lvl="0"/>
            <a:r>
              <a:rPr lang="en-US" dirty="0"/>
              <a:t>Slide title</a:t>
            </a:r>
            <a:endParaRPr dirty="0"/>
          </a:p>
        </p:txBody>
      </p:sp>
      <p:pic>
        <p:nvPicPr>
          <p:cNvPr id="3" name="Picture 2">
            <a:extLst>
              <a:ext uri="{FF2B5EF4-FFF2-40B4-BE49-F238E27FC236}">
                <a16:creationId xmlns:a16="http://schemas.microsoft.com/office/drawing/2014/main" id="{E36BDA5E-CDC1-E14A-9489-54088DDFD15D}"/>
              </a:ext>
            </a:extLst>
          </p:cNvPr>
          <p:cNvPicPr>
            <a:picLocks noChangeAspect="1"/>
          </p:cNvPicPr>
          <p:nvPr userDrawn="1"/>
        </p:nvPicPr>
        <p:blipFill>
          <a:blip r:embed="rId2"/>
          <a:srcRect/>
          <a:stretch/>
        </p:blipFill>
        <p:spPr>
          <a:xfrm>
            <a:off x="113339" y="6454075"/>
            <a:ext cx="415951" cy="233859"/>
          </a:xfrm>
          <a:prstGeom prst="rect">
            <a:avLst/>
          </a:prstGeom>
        </p:spPr>
      </p:pic>
      <p:sp>
        <p:nvSpPr>
          <p:cNvPr id="4" name="Text Placeholder 3">
            <a:extLst>
              <a:ext uri="{FF2B5EF4-FFF2-40B4-BE49-F238E27FC236}">
                <a16:creationId xmlns:a16="http://schemas.microsoft.com/office/drawing/2014/main" id="{63E4B5AC-300A-02CB-C13F-90E69C94682C}"/>
              </a:ext>
            </a:extLst>
          </p:cNvPr>
          <p:cNvSpPr>
            <a:spLocks noGrp="1"/>
          </p:cNvSpPr>
          <p:nvPr>
            <p:ph type="body" sz="quarter" idx="12"/>
          </p:nvPr>
        </p:nvSpPr>
        <p:spPr>
          <a:xfrm>
            <a:off x="609600" y="1376363"/>
            <a:ext cx="3250058" cy="4860925"/>
          </a:xfrm>
          <a:prstGeom prst="rect">
            <a:avLst/>
          </a:prstGeom>
        </p:spPr>
        <p:txBody>
          <a:bodyPr lIns="0" rIns="0"/>
          <a:lstStyle>
            <a:lvl1pPr marL="0" indent="0">
              <a:buNone/>
              <a:defRPr sz="1600"/>
            </a:lvl1pPr>
            <a:lvl2pPr marL="233363" indent="-225425">
              <a:tabLst/>
              <a:defRPr sz="1600"/>
            </a:lvl2pPr>
            <a:lvl3pPr marL="457200" indent="-223838">
              <a:tabLst/>
              <a:defRPr sz="1600"/>
            </a:lvl3pPr>
            <a:lvl4pPr marL="690563" indent="-233363">
              <a:tabLst/>
              <a:defRPr sz="1400"/>
            </a:lvl4pPr>
            <a:lvl5pPr marL="914400" indent="-223838">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3">
            <a:extLst>
              <a:ext uri="{FF2B5EF4-FFF2-40B4-BE49-F238E27FC236}">
                <a16:creationId xmlns:a16="http://schemas.microsoft.com/office/drawing/2014/main" id="{D7177870-D7BA-557D-E4CF-4508EE697456}"/>
              </a:ext>
            </a:extLst>
          </p:cNvPr>
          <p:cNvSpPr>
            <a:spLocks noGrp="1"/>
          </p:cNvSpPr>
          <p:nvPr>
            <p:ph type="body" sz="quarter" idx="13"/>
          </p:nvPr>
        </p:nvSpPr>
        <p:spPr>
          <a:xfrm>
            <a:off x="4476108" y="1376363"/>
            <a:ext cx="3243211" cy="4860925"/>
          </a:xfrm>
          <a:prstGeom prst="rect">
            <a:avLst/>
          </a:prstGeom>
        </p:spPr>
        <p:txBody>
          <a:bodyPr lIns="0" rIns="0"/>
          <a:lstStyle>
            <a:lvl1pPr marL="0" indent="0">
              <a:buNone/>
              <a:defRPr sz="1600"/>
            </a:lvl1pPr>
            <a:lvl2pPr marL="233363" indent="-225425">
              <a:tabLst/>
              <a:defRPr sz="1600"/>
            </a:lvl2pPr>
            <a:lvl3pPr marL="457200" indent="-223838">
              <a:tabLst/>
              <a:defRPr sz="1600"/>
            </a:lvl3pPr>
            <a:lvl4pPr marL="690563" indent="-233363">
              <a:tabLst/>
              <a:defRPr sz="1400"/>
            </a:lvl4pPr>
            <a:lvl5pPr marL="914400" indent="-223838">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3">
            <a:extLst>
              <a:ext uri="{FF2B5EF4-FFF2-40B4-BE49-F238E27FC236}">
                <a16:creationId xmlns:a16="http://schemas.microsoft.com/office/drawing/2014/main" id="{188B6519-4C5C-6BE5-65A1-8843AB645B82}"/>
              </a:ext>
            </a:extLst>
          </p:cNvPr>
          <p:cNvSpPr>
            <a:spLocks noGrp="1"/>
          </p:cNvSpPr>
          <p:nvPr>
            <p:ph type="body" sz="quarter" idx="14"/>
          </p:nvPr>
        </p:nvSpPr>
        <p:spPr>
          <a:xfrm>
            <a:off x="8339191" y="1376363"/>
            <a:ext cx="3243211" cy="4860925"/>
          </a:xfrm>
          <a:prstGeom prst="rect">
            <a:avLst/>
          </a:prstGeom>
        </p:spPr>
        <p:txBody>
          <a:bodyPr lIns="0" rIns="0"/>
          <a:lstStyle>
            <a:lvl1pPr marL="0" indent="0">
              <a:buNone/>
              <a:defRPr sz="1600"/>
            </a:lvl1pPr>
            <a:lvl2pPr marL="233363" indent="-225425">
              <a:tabLst/>
              <a:defRPr sz="1600"/>
            </a:lvl2pPr>
            <a:lvl3pPr marL="457200" indent="-223838">
              <a:tabLst/>
              <a:defRPr sz="1600"/>
            </a:lvl3pPr>
            <a:lvl4pPr marL="690563" indent="-233363">
              <a:tabLst/>
              <a:defRPr sz="1400"/>
            </a:lvl4pPr>
            <a:lvl5pPr marL="914400" indent="-223838">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715815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ist">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308B887-878E-B858-E229-F31F4DAAB382}"/>
              </a:ext>
            </a:extLst>
          </p:cNvPr>
          <p:cNvSpPr>
            <a:spLocks noGrp="1"/>
          </p:cNvSpPr>
          <p:nvPr>
            <p:ph type="title" hasCustomPrompt="1"/>
          </p:nvPr>
        </p:nvSpPr>
        <p:spPr bwMode="auto">
          <a:xfrm>
            <a:off x="609600" y="548258"/>
            <a:ext cx="10972800" cy="792164"/>
          </a:xfrm>
          <a:prstGeom prst="rect">
            <a:avLst/>
          </a:prstGeom>
          <a:noFill/>
          <a:ln>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0" rIns="91440" bIns="45720" numCol="1" anchor="t" anchorCtr="0" compatLnSpc="1">
            <a:prstTxWarp prst="textNoShape">
              <a:avLst/>
            </a:prstTxWarp>
          </a:bodyPr>
          <a:lstStyle>
            <a:lvl1pPr>
              <a:defRPr sz="3200" b="1">
                <a:latin typeface="Arial" panose="020B0604020202020204" pitchFamily="34" charset="0"/>
                <a:cs typeface="Arial" panose="020B0604020202020204" pitchFamily="34" charset="0"/>
              </a:defRPr>
            </a:lvl1pPr>
          </a:lstStyle>
          <a:p>
            <a:pPr lvl="0"/>
            <a:r>
              <a:rPr lang="en-US" dirty="0"/>
              <a:t>Slide title</a:t>
            </a:r>
            <a:endParaRPr dirty="0"/>
          </a:p>
        </p:txBody>
      </p:sp>
      <p:sp>
        <p:nvSpPr>
          <p:cNvPr id="9" name="Text Placeholder 8">
            <a:extLst>
              <a:ext uri="{FF2B5EF4-FFF2-40B4-BE49-F238E27FC236}">
                <a16:creationId xmlns:a16="http://schemas.microsoft.com/office/drawing/2014/main" id="{9E70A876-DBCD-8A3B-90C3-59E03EF3DC52}"/>
              </a:ext>
            </a:extLst>
          </p:cNvPr>
          <p:cNvSpPr>
            <a:spLocks noGrp="1"/>
          </p:cNvSpPr>
          <p:nvPr>
            <p:ph type="body" sz="quarter" idx="12" hasCustomPrompt="1"/>
          </p:nvPr>
        </p:nvSpPr>
        <p:spPr>
          <a:xfrm>
            <a:off x="609600" y="2481950"/>
            <a:ext cx="3324225" cy="607572"/>
          </a:xfrm>
          <a:prstGeom prst="rect">
            <a:avLst/>
          </a:prstGeom>
        </p:spPr>
        <p:txBody>
          <a:bodyPr lIns="0" rIns="0" anchor="b"/>
          <a:lstStyle>
            <a:lvl1pPr marL="0" indent="0">
              <a:buNone/>
              <a:defRPr sz="2000" b="1"/>
            </a:lvl1pPr>
          </a:lstStyle>
          <a:p>
            <a:pPr lvl="0"/>
            <a:r>
              <a:rPr lang="en-US" dirty="0"/>
              <a:t>Heading</a:t>
            </a:r>
          </a:p>
        </p:txBody>
      </p:sp>
      <p:sp>
        <p:nvSpPr>
          <p:cNvPr id="10" name="Text Placeholder 8">
            <a:extLst>
              <a:ext uri="{FF2B5EF4-FFF2-40B4-BE49-F238E27FC236}">
                <a16:creationId xmlns:a16="http://schemas.microsoft.com/office/drawing/2014/main" id="{D0FC2D50-4970-B861-EC37-FC07D88844DD}"/>
              </a:ext>
            </a:extLst>
          </p:cNvPr>
          <p:cNvSpPr>
            <a:spLocks noGrp="1"/>
          </p:cNvSpPr>
          <p:nvPr>
            <p:ph type="body" sz="quarter" idx="13" hasCustomPrompt="1"/>
          </p:nvPr>
        </p:nvSpPr>
        <p:spPr>
          <a:xfrm>
            <a:off x="4428564" y="2481950"/>
            <a:ext cx="3324225" cy="607572"/>
          </a:xfrm>
          <a:prstGeom prst="rect">
            <a:avLst/>
          </a:prstGeom>
        </p:spPr>
        <p:txBody>
          <a:bodyPr lIns="0" rIns="0" anchor="b"/>
          <a:lstStyle>
            <a:lvl1pPr marL="0" indent="0">
              <a:buNone/>
              <a:defRPr sz="2000" b="1"/>
            </a:lvl1pPr>
          </a:lstStyle>
          <a:p>
            <a:pPr lvl="0"/>
            <a:r>
              <a:rPr lang="en-US" dirty="0"/>
              <a:t>Heading</a:t>
            </a:r>
          </a:p>
        </p:txBody>
      </p:sp>
      <p:sp>
        <p:nvSpPr>
          <p:cNvPr id="11" name="Text Placeholder 8">
            <a:extLst>
              <a:ext uri="{FF2B5EF4-FFF2-40B4-BE49-F238E27FC236}">
                <a16:creationId xmlns:a16="http://schemas.microsoft.com/office/drawing/2014/main" id="{6BFF77A7-AC95-FA10-AC5A-3771ABBAC5CA}"/>
              </a:ext>
            </a:extLst>
          </p:cNvPr>
          <p:cNvSpPr>
            <a:spLocks noGrp="1"/>
          </p:cNvSpPr>
          <p:nvPr>
            <p:ph type="body" sz="quarter" idx="14" hasCustomPrompt="1"/>
          </p:nvPr>
        </p:nvSpPr>
        <p:spPr>
          <a:xfrm>
            <a:off x="8247529" y="2481950"/>
            <a:ext cx="3324225" cy="607572"/>
          </a:xfrm>
          <a:prstGeom prst="rect">
            <a:avLst/>
          </a:prstGeom>
        </p:spPr>
        <p:txBody>
          <a:bodyPr lIns="0" rIns="0" anchor="b"/>
          <a:lstStyle>
            <a:lvl1pPr marL="0" indent="0">
              <a:buNone/>
              <a:defRPr sz="2000" b="1"/>
            </a:lvl1pPr>
          </a:lstStyle>
          <a:p>
            <a:pPr lvl="0"/>
            <a:r>
              <a:rPr lang="en-US" dirty="0"/>
              <a:t>Heading</a:t>
            </a:r>
          </a:p>
        </p:txBody>
      </p:sp>
      <p:pic>
        <p:nvPicPr>
          <p:cNvPr id="5" name="Picture 4">
            <a:extLst>
              <a:ext uri="{FF2B5EF4-FFF2-40B4-BE49-F238E27FC236}">
                <a16:creationId xmlns:a16="http://schemas.microsoft.com/office/drawing/2014/main" id="{0835659F-3360-4B4E-304F-1FC367F5068F}"/>
              </a:ext>
            </a:extLst>
          </p:cNvPr>
          <p:cNvPicPr>
            <a:picLocks noChangeAspect="1"/>
          </p:cNvPicPr>
          <p:nvPr userDrawn="1"/>
        </p:nvPicPr>
        <p:blipFill>
          <a:blip r:embed="rId2"/>
          <a:srcRect/>
          <a:stretch/>
        </p:blipFill>
        <p:spPr>
          <a:xfrm>
            <a:off x="113339" y="6454075"/>
            <a:ext cx="415951" cy="233859"/>
          </a:xfrm>
          <a:prstGeom prst="rect">
            <a:avLst/>
          </a:prstGeom>
        </p:spPr>
      </p:pic>
      <p:sp>
        <p:nvSpPr>
          <p:cNvPr id="6" name="Text Placeholder 10">
            <a:extLst>
              <a:ext uri="{FF2B5EF4-FFF2-40B4-BE49-F238E27FC236}">
                <a16:creationId xmlns:a16="http://schemas.microsoft.com/office/drawing/2014/main" id="{5D29D489-B1CE-9F10-9F5A-E5EB4EACA54B}"/>
              </a:ext>
            </a:extLst>
          </p:cNvPr>
          <p:cNvSpPr>
            <a:spLocks noGrp="1"/>
          </p:cNvSpPr>
          <p:nvPr>
            <p:ph type="body" sz="quarter" idx="21" hasCustomPrompt="1"/>
          </p:nvPr>
        </p:nvSpPr>
        <p:spPr>
          <a:xfrm>
            <a:off x="609600" y="3201115"/>
            <a:ext cx="3332709" cy="690728"/>
          </a:xfrm>
          <a:prstGeom prst="rect">
            <a:avLst/>
          </a:prstGeom>
        </p:spPr>
        <p:txBody>
          <a:bodyPr lIns="0" rIns="0"/>
          <a:lstStyle>
            <a:lvl1pPr marL="0" indent="0">
              <a:buNone/>
              <a:defRPr sz="2000"/>
            </a:lvl1pPr>
            <a:lvl2pPr marL="230188" indent="-230188">
              <a:tabLst/>
              <a:defRPr sz="1800"/>
            </a:lvl2pPr>
            <a:lvl3pPr marL="460375" indent="-230188">
              <a:tabLst/>
              <a:defRPr sz="1600"/>
            </a:lvl3pPr>
            <a:lvl4pPr marL="690563" indent="-230188">
              <a:tabLst/>
              <a:defRPr sz="1400"/>
            </a:lvl4pPr>
            <a:lvl5pPr marL="920750" indent="-230188">
              <a:tabLst/>
              <a:defRPr sz="1400"/>
            </a:lvl5pPr>
          </a:lstStyle>
          <a:p>
            <a:r>
              <a:rPr lang="en-US" dirty="0"/>
              <a:t>Lorem ipsum dolor sit </a:t>
            </a:r>
            <a:r>
              <a:rPr lang="en-US" dirty="0" err="1"/>
              <a:t>amet</a:t>
            </a:r>
            <a:r>
              <a:rPr lang="en-US" dirty="0"/>
              <a:t> </a:t>
            </a:r>
            <a:r>
              <a:rPr lang="en-US" dirty="0" err="1"/>
              <a:t>consectetur</a:t>
            </a:r>
            <a:r>
              <a:rPr lang="en-US" dirty="0"/>
              <a:t> </a:t>
            </a:r>
            <a:r>
              <a:rPr lang="en-US" dirty="0" err="1"/>
              <a:t>adioiscing</a:t>
            </a:r>
            <a:r>
              <a:rPr lang="en-US" dirty="0"/>
              <a:t> </a:t>
            </a:r>
            <a:r>
              <a:rPr lang="en-US" dirty="0" err="1"/>
              <a:t>elit</a:t>
            </a:r>
            <a:endParaRPr lang="en-US" dirty="0"/>
          </a:p>
        </p:txBody>
      </p:sp>
      <p:sp>
        <p:nvSpPr>
          <p:cNvPr id="7" name="Text Placeholder 10">
            <a:extLst>
              <a:ext uri="{FF2B5EF4-FFF2-40B4-BE49-F238E27FC236}">
                <a16:creationId xmlns:a16="http://schemas.microsoft.com/office/drawing/2014/main" id="{87829F66-94D6-A115-518E-69B34D4BD4FB}"/>
              </a:ext>
            </a:extLst>
          </p:cNvPr>
          <p:cNvSpPr>
            <a:spLocks noGrp="1"/>
          </p:cNvSpPr>
          <p:nvPr>
            <p:ph type="body" sz="quarter" idx="22" hasCustomPrompt="1"/>
          </p:nvPr>
        </p:nvSpPr>
        <p:spPr>
          <a:xfrm>
            <a:off x="4426404" y="3201115"/>
            <a:ext cx="3332709" cy="690728"/>
          </a:xfrm>
          <a:prstGeom prst="rect">
            <a:avLst/>
          </a:prstGeom>
        </p:spPr>
        <p:txBody>
          <a:bodyPr lIns="0" rIns="0"/>
          <a:lstStyle>
            <a:lvl1pPr marL="0" indent="0">
              <a:buNone/>
              <a:defRPr sz="2000"/>
            </a:lvl1pPr>
            <a:lvl2pPr marL="230188" indent="-230188">
              <a:tabLst/>
              <a:defRPr sz="1800"/>
            </a:lvl2pPr>
            <a:lvl3pPr marL="460375" indent="-230188">
              <a:tabLst/>
              <a:defRPr sz="1600"/>
            </a:lvl3pPr>
            <a:lvl4pPr marL="690563" indent="-230188">
              <a:tabLst/>
              <a:defRPr sz="1400"/>
            </a:lvl4pPr>
            <a:lvl5pPr marL="920750" indent="-230188">
              <a:tabLst/>
              <a:defRPr sz="1400"/>
            </a:lvl5pPr>
          </a:lstStyle>
          <a:p>
            <a:r>
              <a:rPr lang="en-US" dirty="0"/>
              <a:t>Lorem ipsum dolor sit </a:t>
            </a:r>
            <a:r>
              <a:rPr lang="en-US" dirty="0" err="1"/>
              <a:t>amet</a:t>
            </a:r>
            <a:r>
              <a:rPr lang="en-US" dirty="0"/>
              <a:t> </a:t>
            </a:r>
            <a:r>
              <a:rPr lang="en-US" dirty="0" err="1"/>
              <a:t>consectetur</a:t>
            </a:r>
            <a:r>
              <a:rPr lang="en-US" dirty="0"/>
              <a:t> </a:t>
            </a:r>
            <a:r>
              <a:rPr lang="en-US" dirty="0" err="1"/>
              <a:t>adioiscing</a:t>
            </a:r>
            <a:r>
              <a:rPr lang="en-US" dirty="0"/>
              <a:t> </a:t>
            </a:r>
            <a:r>
              <a:rPr lang="en-US" dirty="0" err="1"/>
              <a:t>elit</a:t>
            </a:r>
            <a:endParaRPr lang="en-US" dirty="0"/>
          </a:p>
        </p:txBody>
      </p:sp>
      <p:sp>
        <p:nvSpPr>
          <p:cNvPr id="8" name="Text Placeholder 10">
            <a:extLst>
              <a:ext uri="{FF2B5EF4-FFF2-40B4-BE49-F238E27FC236}">
                <a16:creationId xmlns:a16="http://schemas.microsoft.com/office/drawing/2014/main" id="{9C11EE50-6F42-C68B-BC01-5AD8ADF9D47F}"/>
              </a:ext>
            </a:extLst>
          </p:cNvPr>
          <p:cNvSpPr>
            <a:spLocks noGrp="1"/>
          </p:cNvSpPr>
          <p:nvPr>
            <p:ph type="body" sz="quarter" idx="23" hasCustomPrompt="1"/>
          </p:nvPr>
        </p:nvSpPr>
        <p:spPr>
          <a:xfrm>
            <a:off x="8249691" y="3201115"/>
            <a:ext cx="3332709" cy="690728"/>
          </a:xfrm>
          <a:prstGeom prst="rect">
            <a:avLst/>
          </a:prstGeom>
        </p:spPr>
        <p:txBody>
          <a:bodyPr lIns="0" rIns="0"/>
          <a:lstStyle>
            <a:lvl1pPr marL="0" indent="0">
              <a:buNone/>
              <a:defRPr sz="2000"/>
            </a:lvl1pPr>
            <a:lvl2pPr marL="230188" indent="-230188">
              <a:tabLst/>
              <a:defRPr sz="1800"/>
            </a:lvl2pPr>
            <a:lvl3pPr marL="460375" indent="-230188">
              <a:tabLst/>
              <a:defRPr sz="1600"/>
            </a:lvl3pPr>
            <a:lvl4pPr marL="690563" indent="-230188">
              <a:tabLst/>
              <a:defRPr sz="1400"/>
            </a:lvl4pPr>
            <a:lvl5pPr marL="920750" indent="-230188">
              <a:tabLst/>
              <a:defRPr sz="1400"/>
            </a:lvl5pPr>
          </a:lstStyle>
          <a:p>
            <a:r>
              <a:rPr lang="en-US" dirty="0"/>
              <a:t>Lorem ipsum dolor sit </a:t>
            </a:r>
            <a:r>
              <a:rPr lang="en-US" dirty="0" err="1"/>
              <a:t>amet</a:t>
            </a:r>
            <a:r>
              <a:rPr lang="en-US" dirty="0"/>
              <a:t> </a:t>
            </a:r>
            <a:r>
              <a:rPr lang="en-US" dirty="0" err="1"/>
              <a:t>consectetur</a:t>
            </a:r>
            <a:r>
              <a:rPr lang="en-US" dirty="0"/>
              <a:t> </a:t>
            </a:r>
            <a:r>
              <a:rPr lang="en-US" dirty="0" err="1"/>
              <a:t>adioiscing</a:t>
            </a:r>
            <a:r>
              <a:rPr lang="en-US" dirty="0"/>
              <a:t> </a:t>
            </a:r>
            <a:r>
              <a:rPr lang="en-US" dirty="0" err="1"/>
              <a:t>elit</a:t>
            </a:r>
            <a:endParaRPr lang="en-US" dirty="0"/>
          </a:p>
        </p:txBody>
      </p:sp>
    </p:spTree>
    <p:extLst>
      <p:ext uri="{BB962C8B-B14F-4D97-AF65-F5344CB8AC3E}">
        <p14:creationId xmlns:p14="http://schemas.microsoft.com/office/powerpoint/2010/main" val="35885575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List vertical">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308B887-878E-B858-E229-F31F4DAAB382}"/>
              </a:ext>
            </a:extLst>
          </p:cNvPr>
          <p:cNvSpPr>
            <a:spLocks noGrp="1"/>
          </p:cNvSpPr>
          <p:nvPr>
            <p:ph type="title" hasCustomPrompt="1"/>
          </p:nvPr>
        </p:nvSpPr>
        <p:spPr bwMode="auto">
          <a:xfrm>
            <a:off x="609600" y="548257"/>
            <a:ext cx="4892168" cy="5700143"/>
          </a:xfrm>
          <a:prstGeom prst="rect">
            <a:avLst/>
          </a:prstGeom>
          <a:noFill/>
          <a:ln>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0" rIns="91440" bIns="45720" numCol="1" anchor="ctr" anchorCtr="0" compatLnSpc="1">
            <a:prstTxWarp prst="textNoShape">
              <a:avLst/>
            </a:prstTxWarp>
          </a:bodyPr>
          <a:lstStyle>
            <a:lvl1pPr>
              <a:defRPr sz="3200" b="1">
                <a:latin typeface="Arial" panose="020B0604020202020204" pitchFamily="34" charset="0"/>
                <a:cs typeface="Arial" panose="020B0604020202020204" pitchFamily="34" charset="0"/>
              </a:defRPr>
            </a:lvl1pPr>
          </a:lstStyle>
          <a:p>
            <a:pPr lvl="0"/>
            <a:r>
              <a:rPr lang="en-US" dirty="0"/>
              <a:t>Slide title</a:t>
            </a:r>
            <a:endParaRPr dirty="0"/>
          </a:p>
        </p:txBody>
      </p:sp>
      <p:sp>
        <p:nvSpPr>
          <p:cNvPr id="9" name="Text Placeholder 8">
            <a:extLst>
              <a:ext uri="{FF2B5EF4-FFF2-40B4-BE49-F238E27FC236}">
                <a16:creationId xmlns:a16="http://schemas.microsoft.com/office/drawing/2014/main" id="{9E70A876-DBCD-8A3B-90C3-59E03EF3DC52}"/>
              </a:ext>
            </a:extLst>
          </p:cNvPr>
          <p:cNvSpPr>
            <a:spLocks noGrp="1"/>
          </p:cNvSpPr>
          <p:nvPr>
            <p:ph type="body" sz="quarter" idx="12" hasCustomPrompt="1"/>
          </p:nvPr>
        </p:nvSpPr>
        <p:spPr>
          <a:xfrm>
            <a:off x="6096000" y="1026089"/>
            <a:ext cx="3881718" cy="616377"/>
          </a:xfrm>
          <a:prstGeom prst="rect">
            <a:avLst/>
          </a:prstGeom>
        </p:spPr>
        <p:txBody>
          <a:bodyPr lIns="0" rIns="0" anchor="b"/>
          <a:lstStyle>
            <a:lvl1pPr marL="0" indent="0">
              <a:buNone/>
              <a:defRPr sz="2000" b="1"/>
            </a:lvl1pPr>
          </a:lstStyle>
          <a:p>
            <a:pPr lvl="0"/>
            <a:r>
              <a:rPr lang="en-US" dirty="0"/>
              <a:t>Heading</a:t>
            </a:r>
          </a:p>
        </p:txBody>
      </p:sp>
      <p:sp>
        <p:nvSpPr>
          <p:cNvPr id="7" name="Text Placeholder 8">
            <a:extLst>
              <a:ext uri="{FF2B5EF4-FFF2-40B4-BE49-F238E27FC236}">
                <a16:creationId xmlns:a16="http://schemas.microsoft.com/office/drawing/2014/main" id="{4832E742-F535-DC86-EA54-F8ED1A3A8132}"/>
              </a:ext>
            </a:extLst>
          </p:cNvPr>
          <p:cNvSpPr>
            <a:spLocks noGrp="1"/>
          </p:cNvSpPr>
          <p:nvPr>
            <p:ph type="body" sz="quarter" idx="14" hasCustomPrompt="1"/>
          </p:nvPr>
        </p:nvSpPr>
        <p:spPr>
          <a:xfrm>
            <a:off x="6096000" y="2633203"/>
            <a:ext cx="3881718" cy="616377"/>
          </a:xfrm>
          <a:prstGeom prst="rect">
            <a:avLst/>
          </a:prstGeom>
        </p:spPr>
        <p:txBody>
          <a:bodyPr lIns="0" rIns="0" anchor="b"/>
          <a:lstStyle>
            <a:lvl1pPr marL="0" indent="0">
              <a:buNone/>
              <a:defRPr sz="2000" b="1"/>
            </a:lvl1pPr>
          </a:lstStyle>
          <a:p>
            <a:pPr lvl="0"/>
            <a:r>
              <a:rPr lang="en-US" dirty="0"/>
              <a:t>Heading</a:t>
            </a:r>
          </a:p>
        </p:txBody>
      </p:sp>
      <p:sp>
        <p:nvSpPr>
          <p:cNvPr id="12" name="Text Placeholder 8">
            <a:extLst>
              <a:ext uri="{FF2B5EF4-FFF2-40B4-BE49-F238E27FC236}">
                <a16:creationId xmlns:a16="http://schemas.microsoft.com/office/drawing/2014/main" id="{8449A281-D0B3-5C6B-B603-4D58BA3C7A15}"/>
              </a:ext>
            </a:extLst>
          </p:cNvPr>
          <p:cNvSpPr>
            <a:spLocks noGrp="1"/>
          </p:cNvSpPr>
          <p:nvPr>
            <p:ph type="body" sz="quarter" idx="16" hasCustomPrompt="1"/>
          </p:nvPr>
        </p:nvSpPr>
        <p:spPr>
          <a:xfrm>
            <a:off x="6096000" y="4235291"/>
            <a:ext cx="3881718" cy="616377"/>
          </a:xfrm>
          <a:prstGeom prst="rect">
            <a:avLst/>
          </a:prstGeom>
        </p:spPr>
        <p:txBody>
          <a:bodyPr lIns="0" rIns="0" anchor="b"/>
          <a:lstStyle>
            <a:lvl1pPr marL="0" indent="0">
              <a:buNone/>
              <a:defRPr sz="2000" b="1"/>
            </a:lvl1pPr>
          </a:lstStyle>
          <a:p>
            <a:pPr lvl="0"/>
            <a:r>
              <a:rPr lang="en-US" dirty="0"/>
              <a:t>Heading</a:t>
            </a:r>
          </a:p>
        </p:txBody>
      </p:sp>
      <p:pic>
        <p:nvPicPr>
          <p:cNvPr id="5" name="Picture 4">
            <a:extLst>
              <a:ext uri="{FF2B5EF4-FFF2-40B4-BE49-F238E27FC236}">
                <a16:creationId xmlns:a16="http://schemas.microsoft.com/office/drawing/2014/main" id="{93D3183D-5245-7E5B-4512-148B0691DF33}"/>
              </a:ext>
            </a:extLst>
          </p:cNvPr>
          <p:cNvPicPr>
            <a:picLocks noChangeAspect="1"/>
          </p:cNvPicPr>
          <p:nvPr userDrawn="1"/>
        </p:nvPicPr>
        <p:blipFill>
          <a:blip r:embed="rId2"/>
          <a:srcRect/>
          <a:stretch/>
        </p:blipFill>
        <p:spPr>
          <a:xfrm>
            <a:off x="113339" y="6454075"/>
            <a:ext cx="415951" cy="233859"/>
          </a:xfrm>
          <a:prstGeom prst="rect">
            <a:avLst/>
          </a:prstGeom>
        </p:spPr>
      </p:pic>
      <p:sp>
        <p:nvSpPr>
          <p:cNvPr id="11" name="Text Placeholder 10">
            <a:extLst>
              <a:ext uri="{FF2B5EF4-FFF2-40B4-BE49-F238E27FC236}">
                <a16:creationId xmlns:a16="http://schemas.microsoft.com/office/drawing/2014/main" id="{2442C9BC-561F-DBC2-88EA-C888C405C0B9}"/>
              </a:ext>
            </a:extLst>
          </p:cNvPr>
          <p:cNvSpPr>
            <a:spLocks noGrp="1"/>
          </p:cNvSpPr>
          <p:nvPr>
            <p:ph type="body" sz="quarter" idx="17" hasCustomPrompt="1"/>
          </p:nvPr>
        </p:nvSpPr>
        <p:spPr>
          <a:xfrm>
            <a:off x="6096000" y="1689144"/>
            <a:ext cx="3881718" cy="690728"/>
          </a:xfrm>
          <a:prstGeom prst="rect">
            <a:avLst/>
          </a:prstGeom>
        </p:spPr>
        <p:txBody>
          <a:bodyPr lIns="0" rIns="0"/>
          <a:lstStyle>
            <a:lvl1pPr marL="0" indent="0">
              <a:buNone/>
              <a:defRPr sz="2000"/>
            </a:lvl1pPr>
            <a:lvl2pPr marL="230188" indent="-230188">
              <a:tabLst/>
              <a:defRPr sz="1800"/>
            </a:lvl2pPr>
            <a:lvl3pPr marL="460375" indent="-230188">
              <a:tabLst/>
              <a:defRPr sz="1600"/>
            </a:lvl3pPr>
            <a:lvl4pPr marL="690563" indent="-230188">
              <a:tabLst/>
              <a:defRPr sz="1400"/>
            </a:lvl4pPr>
            <a:lvl5pPr marL="920750" indent="-230188">
              <a:tabLst/>
              <a:defRPr sz="1400"/>
            </a:lvl5pPr>
          </a:lstStyle>
          <a:p>
            <a:r>
              <a:rPr lang="en-US" dirty="0"/>
              <a:t>Lorem ipsum dolor sit </a:t>
            </a:r>
            <a:r>
              <a:rPr lang="en-US" dirty="0" err="1"/>
              <a:t>amet</a:t>
            </a:r>
            <a:r>
              <a:rPr lang="en-US" dirty="0"/>
              <a:t> </a:t>
            </a:r>
            <a:r>
              <a:rPr lang="en-US" dirty="0" err="1"/>
              <a:t>consectetur</a:t>
            </a:r>
            <a:r>
              <a:rPr lang="en-US" dirty="0"/>
              <a:t> </a:t>
            </a:r>
            <a:r>
              <a:rPr lang="en-US" dirty="0" err="1"/>
              <a:t>adioiscing</a:t>
            </a:r>
            <a:r>
              <a:rPr lang="en-US" dirty="0"/>
              <a:t> </a:t>
            </a:r>
            <a:r>
              <a:rPr lang="en-US" dirty="0" err="1"/>
              <a:t>elit</a:t>
            </a:r>
            <a:endParaRPr lang="en-US" dirty="0"/>
          </a:p>
        </p:txBody>
      </p:sp>
      <p:sp>
        <p:nvSpPr>
          <p:cNvPr id="13" name="Text Placeholder 10">
            <a:extLst>
              <a:ext uri="{FF2B5EF4-FFF2-40B4-BE49-F238E27FC236}">
                <a16:creationId xmlns:a16="http://schemas.microsoft.com/office/drawing/2014/main" id="{2D9EEE6D-4726-B33D-2077-E375674F2B7C}"/>
              </a:ext>
            </a:extLst>
          </p:cNvPr>
          <p:cNvSpPr>
            <a:spLocks noGrp="1"/>
          </p:cNvSpPr>
          <p:nvPr>
            <p:ph type="body" sz="quarter" idx="18" hasCustomPrompt="1"/>
          </p:nvPr>
        </p:nvSpPr>
        <p:spPr>
          <a:xfrm>
            <a:off x="6096000" y="3294940"/>
            <a:ext cx="3881718" cy="690728"/>
          </a:xfrm>
          <a:prstGeom prst="rect">
            <a:avLst/>
          </a:prstGeom>
        </p:spPr>
        <p:txBody>
          <a:bodyPr lIns="0" rIns="0"/>
          <a:lstStyle>
            <a:lvl1pPr marL="0" indent="0">
              <a:buNone/>
              <a:defRPr sz="2000"/>
            </a:lvl1pPr>
            <a:lvl2pPr marL="230188" indent="-230188">
              <a:tabLst/>
              <a:defRPr sz="1800"/>
            </a:lvl2pPr>
            <a:lvl3pPr marL="460375" indent="-230188">
              <a:tabLst/>
              <a:defRPr sz="1600"/>
            </a:lvl3pPr>
            <a:lvl4pPr marL="690563" indent="-230188">
              <a:tabLst/>
              <a:defRPr sz="1400"/>
            </a:lvl4pPr>
            <a:lvl5pPr marL="920750" indent="-230188">
              <a:tabLst/>
              <a:defRPr sz="1400"/>
            </a:lvl5pPr>
          </a:lstStyle>
          <a:p>
            <a:r>
              <a:rPr lang="en-US" dirty="0"/>
              <a:t>Lorem ipsum dolor sit </a:t>
            </a:r>
            <a:r>
              <a:rPr lang="en-US" dirty="0" err="1"/>
              <a:t>amet</a:t>
            </a:r>
            <a:r>
              <a:rPr lang="en-US" dirty="0"/>
              <a:t> </a:t>
            </a:r>
            <a:r>
              <a:rPr lang="en-US" dirty="0" err="1"/>
              <a:t>consectetur</a:t>
            </a:r>
            <a:r>
              <a:rPr lang="en-US" dirty="0"/>
              <a:t> </a:t>
            </a:r>
            <a:r>
              <a:rPr lang="en-US" dirty="0" err="1"/>
              <a:t>adioiscing</a:t>
            </a:r>
            <a:r>
              <a:rPr lang="en-US" dirty="0"/>
              <a:t> </a:t>
            </a:r>
            <a:r>
              <a:rPr lang="en-US" dirty="0" err="1"/>
              <a:t>elit</a:t>
            </a:r>
            <a:endParaRPr lang="en-US" dirty="0"/>
          </a:p>
        </p:txBody>
      </p:sp>
      <p:sp>
        <p:nvSpPr>
          <p:cNvPr id="14" name="Text Placeholder 10">
            <a:extLst>
              <a:ext uri="{FF2B5EF4-FFF2-40B4-BE49-F238E27FC236}">
                <a16:creationId xmlns:a16="http://schemas.microsoft.com/office/drawing/2014/main" id="{4592CE87-D1BF-8F5A-33FF-347D3D6421D0}"/>
              </a:ext>
            </a:extLst>
          </p:cNvPr>
          <p:cNvSpPr>
            <a:spLocks noGrp="1"/>
          </p:cNvSpPr>
          <p:nvPr>
            <p:ph type="body" sz="quarter" idx="19" hasCustomPrompt="1"/>
          </p:nvPr>
        </p:nvSpPr>
        <p:spPr>
          <a:xfrm>
            <a:off x="6096000" y="4893755"/>
            <a:ext cx="3881718" cy="690728"/>
          </a:xfrm>
          <a:prstGeom prst="rect">
            <a:avLst/>
          </a:prstGeom>
        </p:spPr>
        <p:txBody>
          <a:bodyPr lIns="0" rIns="0"/>
          <a:lstStyle>
            <a:lvl1pPr marL="0" indent="0">
              <a:buNone/>
              <a:defRPr sz="2000"/>
            </a:lvl1pPr>
            <a:lvl2pPr marL="230188" indent="-230188">
              <a:tabLst/>
              <a:defRPr sz="1800"/>
            </a:lvl2pPr>
            <a:lvl3pPr marL="460375" indent="-230188">
              <a:tabLst/>
              <a:defRPr sz="1600"/>
            </a:lvl3pPr>
            <a:lvl4pPr marL="690563" indent="-230188">
              <a:tabLst/>
              <a:defRPr sz="1400"/>
            </a:lvl4pPr>
            <a:lvl5pPr marL="920750" indent="-230188">
              <a:tabLst/>
              <a:defRPr sz="1400"/>
            </a:lvl5pPr>
          </a:lstStyle>
          <a:p>
            <a:r>
              <a:rPr lang="en-US" dirty="0"/>
              <a:t>Lorem ipsum dolor sit </a:t>
            </a:r>
            <a:r>
              <a:rPr lang="en-US" dirty="0" err="1"/>
              <a:t>amet</a:t>
            </a:r>
            <a:r>
              <a:rPr lang="en-US" dirty="0"/>
              <a:t> </a:t>
            </a:r>
            <a:r>
              <a:rPr lang="en-US" dirty="0" err="1"/>
              <a:t>consectetur</a:t>
            </a:r>
            <a:r>
              <a:rPr lang="en-US" dirty="0"/>
              <a:t> </a:t>
            </a:r>
            <a:r>
              <a:rPr lang="en-US" dirty="0" err="1"/>
              <a:t>adioiscing</a:t>
            </a:r>
            <a:r>
              <a:rPr lang="en-US" dirty="0"/>
              <a:t> </a:t>
            </a:r>
            <a:r>
              <a:rPr lang="en-US" dirty="0" err="1"/>
              <a:t>elit</a:t>
            </a:r>
            <a:endParaRPr lang="en-US" dirty="0"/>
          </a:p>
        </p:txBody>
      </p:sp>
    </p:spTree>
    <p:extLst>
      <p:ext uri="{BB962C8B-B14F-4D97-AF65-F5344CB8AC3E}">
        <p14:creationId xmlns:p14="http://schemas.microsoft.com/office/powerpoint/2010/main" val="311800624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List + imag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9C3B990-6142-44B4-FA47-B04DF2AB790B}"/>
              </a:ext>
            </a:extLst>
          </p:cNvPr>
          <p:cNvPicPr>
            <a:picLocks noChangeAspect="1"/>
          </p:cNvPicPr>
          <p:nvPr userDrawn="1"/>
        </p:nvPicPr>
        <p:blipFill>
          <a:blip r:embed="rId2"/>
          <a:srcRect/>
          <a:stretch/>
        </p:blipFill>
        <p:spPr>
          <a:xfrm>
            <a:off x="113339" y="6454075"/>
            <a:ext cx="415951" cy="233859"/>
          </a:xfrm>
          <a:prstGeom prst="rect">
            <a:avLst/>
          </a:prstGeom>
        </p:spPr>
      </p:pic>
      <p:sp>
        <p:nvSpPr>
          <p:cNvPr id="2" name="Title Placeholder 1">
            <a:extLst>
              <a:ext uri="{FF2B5EF4-FFF2-40B4-BE49-F238E27FC236}">
                <a16:creationId xmlns:a16="http://schemas.microsoft.com/office/drawing/2014/main" id="{E308B887-878E-B858-E229-F31F4DAAB382}"/>
              </a:ext>
            </a:extLst>
          </p:cNvPr>
          <p:cNvSpPr>
            <a:spLocks noGrp="1"/>
          </p:cNvSpPr>
          <p:nvPr>
            <p:ph type="title" hasCustomPrompt="1"/>
          </p:nvPr>
        </p:nvSpPr>
        <p:spPr bwMode="auto">
          <a:xfrm>
            <a:off x="609600" y="548258"/>
            <a:ext cx="10972800" cy="792164"/>
          </a:xfrm>
          <a:prstGeom prst="rect">
            <a:avLst/>
          </a:prstGeom>
          <a:noFill/>
          <a:ln>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0" rIns="91440" bIns="45720" numCol="1" anchor="t" anchorCtr="0" compatLnSpc="1">
            <a:prstTxWarp prst="textNoShape">
              <a:avLst/>
            </a:prstTxWarp>
          </a:bodyPr>
          <a:lstStyle>
            <a:lvl1pPr>
              <a:defRPr sz="3200" b="1">
                <a:latin typeface="Arial" panose="020B0604020202020204" pitchFamily="34" charset="0"/>
                <a:cs typeface="Arial" panose="020B0604020202020204" pitchFamily="34" charset="0"/>
              </a:defRPr>
            </a:lvl1pPr>
          </a:lstStyle>
          <a:p>
            <a:pPr lvl="0"/>
            <a:r>
              <a:rPr lang="en-US" dirty="0"/>
              <a:t>Slide title</a:t>
            </a:r>
            <a:endParaRPr dirty="0"/>
          </a:p>
        </p:txBody>
      </p:sp>
      <p:sp>
        <p:nvSpPr>
          <p:cNvPr id="9" name="Text Placeholder 8">
            <a:extLst>
              <a:ext uri="{FF2B5EF4-FFF2-40B4-BE49-F238E27FC236}">
                <a16:creationId xmlns:a16="http://schemas.microsoft.com/office/drawing/2014/main" id="{9E70A876-DBCD-8A3B-90C3-59E03EF3DC52}"/>
              </a:ext>
            </a:extLst>
          </p:cNvPr>
          <p:cNvSpPr>
            <a:spLocks noGrp="1"/>
          </p:cNvSpPr>
          <p:nvPr>
            <p:ph type="body" sz="quarter" idx="12" hasCustomPrompt="1"/>
          </p:nvPr>
        </p:nvSpPr>
        <p:spPr>
          <a:xfrm>
            <a:off x="609600" y="3689485"/>
            <a:ext cx="3324225" cy="400103"/>
          </a:xfrm>
          <a:prstGeom prst="rect">
            <a:avLst/>
          </a:prstGeom>
        </p:spPr>
        <p:txBody>
          <a:bodyPr lIns="0" rIns="0" anchor="b"/>
          <a:lstStyle>
            <a:lvl1pPr marL="0" indent="0">
              <a:buNone/>
              <a:defRPr sz="2000" b="1"/>
            </a:lvl1pPr>
          </a:lstStyle>
          <a:p>
            <a:pPr lvl="0"/>
            <a:r>
              <a:rPr lang="en-US" dirty="0"/>
              <a:t>Heading</a:t>
            </a:r>
          </a:p>
        </p:txBody>
      </p:sp>
      <p:sp>
        <p:nvSpPr>
          <p:cNvPr id="10" name="Text Placeholder 8">
            <a:extLst>
              <a:ext uri="{FF2B5EF4-FFF2-40B4-BE49-F238E27FC236}">
                <a16:creationId xmlns:a16="http://schemas.microsoft.com/office/drawing/2014/main" id="{D0FC2D50-4970-B861-EC37-FC07D88844DD}"/>
              </a:ext>
            </a:extLst>
          </p:cNvPr>
          <p:cNvSpPr>
            <a:spLocks noGrp="1"/>
          </p:cNvSpPr>
          <p:nvPr>
            <p:ph type="body" sz="quarter" idx="13" hasCustomPrompt="1"/>
          </p:nvPr>
        </p:nvSpPr>
        <p:spPr>
          <a:xfrm>
            <a:off x="4428564" y="3689485"/>
            <a:ext cx="3324225" cy="400103"/>
          </a:xfrm>
          <a:prstGeom prst="rect">
            <a:avLst/>
          </a:prstGeom>
        </p:spPr>
        <p:txBody>
          <a:bodyPr lIns="0" rIns="0" anchor="b"/>
          <a:lstStyle>
            <a:lvl1pPr marL="0" indent="0">
              <a:buNone/>
              <a:defRPr sz="2000" b="1"/>
            </a:lvl1pPr>
          </a:lstStyle>
          <a:p>
            <a:pPr lvl="0"/>
            <a:r>
              <a:rPr lang="en-US" dirty="0"/>
              <a:t>Heading</a:t>
            </a:r>
          </a:p>
        </p:txBody>
      </p:sp>
      <p:sp>
        <p:nvSpPr>
          <p:cNvPr id="11" name="Text Placeholder 8">
            <a:extLst>
              <a:ext uri="{FF2B5EF4-FFF2-40B4-BE49-F238E27FC236}">
                <a16:creationId xmlns:a16="http://schemas.microsoft.com/office/drawing/2014/main" id="{6BFF77A7-AC95-FA10-AC5A-3771ABBAC5CA}"/>
              </a:ext>
            </a:extLst>
          </p:cNvPr>
          <p:cNvSpPr>
            <a:spLocks noGrp="1"/>
          </p:cNvSpPr>
          <p:nvPr>
            <p:ph type="body" sz="quarter" idx="14" hasCustomPrompt="1"/>
          </p:nvPr>
        </p:nvSpPr>
        <p:spPr>
          <a:xfrm>
            <a:off x="8247529" y="3689485"/>
            <a:ext cx="3324225" cy="400103"/>
          </a:xfrm>
          <a:prstGeom prst="rect">
            <a:avLst/>
          </a:prstGeom>
        </p:spPr>
        <p:txBody>
          <a:bodyPr lIns="0" rIns="0" anchor="b"/>
          <a:lstStyle>
            <a:lvl1pPr marL="0" indent="0">
              <a:buNone/>
              <a:defRPr sz="2000" b="1"/>
            </a:lvl1pPr>
          </a:lstStyle>
          <a:p>
            <a:pPr lvl="0"/>
            <a:r>
              <a:rPr lang="en-US" dirty="0"/>
              <a:t>Heading</a:t>
            </a:r>
          </a:p>
        </p:txBody>
      </p:sp>
      <p:sp>
        <p:nvSpPr>
          <p:cNvPr id="7" name="Picture Placeholder 5">
            <a:extLst>
              <a:ext uri="{FF2B5EF4-FFF2-40B4-BE49-F238E27FC236}">
                <a16:creationId xmlns:a16="http://schemas.microsoft.com/office/drawing/2014/main" id="{99A1E6B5-D9B2-FD7F-994A-C3AAA9F6EEC1}"/>
              </a:ext>
            </a:extLst>
          </p:cNvPr>
          <p:cNvSpPr>
            <a:spLocks noGrp="1"/>
          </p:cNvSpPr>
          <p:nvPr>
            <p:ph type="pic" sz="quarter" idx="10" hasCustomPrompt="1"/>
          </p:nvPr>
        </p:nvSpPr>
        <p:spPr>
          <a:xfrm>
            <a:off x="609200" y="1800959"/>
            <a:ext cx="3332709" cy="1766114"/>
          </a:xfrm>
          <a:prstGeom prst="roundRect">
            <a:avLst>
              <a:gd name="adj" fmla="val 9290"/>
            </a:avLst>
          </a:prstGeom>
          <a:solidFill>
            <a:schemeClr val="bg1">
              <a:lumMod val="85000"/>
            </a:schemeClr>
          </a:solidFill>
          <a:effectLst>
            <a:softEdge rad="0"/>
          </a:effectLst>
        </p:spPr>
        <p:txBody>
          <a:bodyPr/>
          <a:lstStyle>
            <a:lvl1pPr marL="0" indent="0">
              <a:buNone/>
              <a:defRPr sz="2000"/>
            </a:lvl1pPr>
          </a:lstStyle>
          <a:p>
            <a:r>
              <a:rPr lang="en-US" dirty="0"/>
              <a:t>Picture</a:t>
            </a:r>
          </a:p>
        </p:txBody>
      </p:sp>
      <p:sp>
        <p:nvSpPr>
          <p:cNvPr id="14" name="Picture Placeholder 5">
            <a:extLst>
              <a:ext uri="{FF2B5EF4-FFF2-40B4-BE49-F238E27FC236}">
                <a16:creationId xmlns:a16="http://schemas.microsoft.com/office/drawing/2014/main" id="{729D34BA-8BFB-65A8-3FD8-EAB0417480AA}"/>
              </a:ext>
            </a:extLst>
          </p:cNvPr>
          <p:cNvSpPr>
            <a:spLocks noGrp="1"/>
          </p:cNvSpPr>
          <p:nvPr>
            <p:ph type="pic" sz="quarter" idx="17" hasCustomPrompt="1"/>
          </p:nvPr>
        </p:nvSpPr>
        <p:spPr>
          <a:xfrm>
            <a:off x="4428165" y="1800959"/>
            <a:ext cx="3332709" cy="1766114"/>
          </a:xfrm>
          <a:prstGeom prst="roundRect">
            <a:avLst>
              <a:gd name="adj" fmla="val 9290"/>
            </a:avLst>
          </a:prstGeom>
          <a:solidFill>
            <a:schemeClr val="bg1">
              <a:lumMod val="85000"/>
            </a:schemeClr>
          </a:solidFill>
          <a:effectLst>
            <a:softEdge rad="0"/>
          </a:effectLst>
        </p:spPr>
        <p:txBody>
          <a:bodyPr/>
          <a:lstStyle>
            <a:lvl1pPr marL="0" indent="0">
              <a:buNone/>
              <a:defRPr sz="2000"/>
            </a:lvl1pPr>
          </a:lstStyle>
          <a:p>
            <a:r>
              <a:rPr lang="en-US" dirty="0"/>
              <a:t>Picture</a:t>
            </a:r>
          </a:p>
        </p:txBody>
      </p:sp>
      <p:sp>
        <p:nvSpPr>
          <p:cNvPr id="15" name="Picture Placeholder 5">
            <a:extLst>
              <a:ext uri="{FF2B5EF4-FFF2-40B4-BE49-F238E27FC236}">
                <a16:creationId xmlns:a16="http://schemas.microsoft.com/office/drawing/2014/main" id="{28108B3D-204A-3515-E77F-EC80713DB0A0}"/>
              </a:ext>
            </a:extLst>
          </p:cNvPr>
          <p:cNvSpPr>
            <a:spLocks noGrp="1"/>
          </p:cNvSpPr>
          <p:nvPr>
            <p:ph type="pic" sz="quarter" idx="18" hasCustomPrompt="1"/>
          </p:nvPr>
        </p:nvSpPr>
        <p:spPr>
          <a:xfrm>
            <a:off x="8254814" y="1800959"/>
            <a:ext cx="3332709" cy="1766114"/>
          </a:xfrm>
          <a:prstGeom prst="roundRect">
            <a:avLst>
              <a:gd name="adj" fmla="val 9290"/>
            </a:avLst>
          </a:prstGeom>
          <a:solidFill>
            <a:schemeClr val="bg1">
              <a:lumMod val="85000"/>
            </a:schemeClr>
          </a:solidFill>
          <a:effectLst>
            <a:softEdge rad="0"/>
          </a:effectLst>
        </p:spPr>
        <p:txBody>
          <a:bodyPr/>
          <a:lstStyle>
            <a:lvl1pPr marL="0" indent="0">
              <a:buNone/>
              <a:defRPr sz="2000"/>
            </a:lvl1pPr>
          </a:lstStyle>
          <a:p>
            <a:r>
              <a:rPr lang="en-US" dirty="0"/>
              <a:t>Picture</a:t>
            </a:r>
          </a:p>
        </p:txBody>
      </p:sp>
      <p:sp>
        <p:nvSpPr>
          <p:cNvPr id="6" name="Text Placeholder 10">
            <a:extLst>
              <a:ext uri="{FF2B5EF4-FFF2-40B4-BE49-F238E27FC236}">
                <a16:creationId xmlns:a16="http://schemas.microsoft.com/office/drawing/2014/main" id="{10063820-7791-AC60-AF24-DB1F8B7D6A25}"/>
              </a:ext>
            </a:extLst>
          </p:cNvPr>
          <p:cNvSpPr>
            <a:spLocks noGrp="1"/>
          </p:cNvSpPr>
          <p:nvPr>
            <p:ph type="body" sz="quarter" idx="21" hasCustomPrompt="1"/>
          </p:nvPr>
        </p:nvSpPr>
        <p:spPr>
          <a:xfrm>
            <a:off x="609200" y="4136584"/>
            <a:ext cx="3324225" cy="690728"/>
          </a:xfrm>
          <a:prstGeom prst="rect">
            <a:avLst/>
          </a:prstGeom>
        </p:spPr>
        <p:txBody>
          <a:bodyPr lIns="0" rIns="0"/>
          <a:lstStyle>
            <a:lvl1pPr marL="0" indent="0">
              <a:buNone/>
              <a:defRPr sz="2000"/>
            </a:lvl1pPr>
            <a:lvl2pPr marL="230188" indent="-230188">
              <a:tabLst/>
              <a:defRPr sz="1800"/>
            </a:lvl2pPr>
            <a:lvl3pPr marL="460375" indent="-230188">
              <a:tabLst/>
              <a:defRPr sz="1600"/>
            </a:lvl3pPr>
            <a:lvl4pPr marL="690563" indent="-230188">
              <a:tabLst/>
              <a:defRPr sz="1400"/>
            </a:lvl4pPr>
            <a:lvl5pPr marL="920750" indent="-230188">
              <a:tabLst/>
              <a:defRPr sz="1400"/>
            </a:lvl5pPr>
          </a:lstStyle>
          <a:p>
            <a:r>
              <a:rPr lang="en-US" dirty="0"/>
              <a:t>Lorem ipsum dolor sit </a:t>
            </a:r>
            <a:r>
              <a:rPr lang="en-US" dirty="0" err="1"/>
              <a:t>amet</a:t>
            </a:r>
            <a:r>
              <a:rPr lang="en-US" dirty="0"/>
              <a:t> </a:t>
            </a:r>
            <a:r>
              <a:rPr lang="en-US" dirty="0" err="1"/>
              <a:t>consectetur</a:t>
            </a:r>
            <a:r>
              <a:rPr lang="en-US" dirty="0"/>
              <a:t> </a:t>
            </a:r>
            <a:r>
              <a:rPr lang="en-US" dirty="0" err="1"/>
              <a:t>adioiscing</a:t>
            </a:r>
            <a:r>
              <a:rPr lang="en-US" dirty="0"/>
              <a:t> </a:t>
            </a:r>
            <a:r>
              <a:rPr lang="en-US" dirty="0" err="1"/>
              <a:t>elit</a:t>
            </a:r>
            <a:endParaRPr lang="en-US" dirty="0"/>
          </a:p>
        </p:txBody>
      </p:sp>
      <p:sp>
        <p:nvSpPr>
          <p:cNvPr id="8" name="Text Placeholder 10">
            <a:extLst>
              <a:ext uri="{FF2B5EF4-FFF2-40B4-BE49-F238E27FC236}">
                <a16:creationId xmlns:a16="http://schemas.microsoft.com/office/drawing/2014/main" id="{ECD7DFEF-946D-5EB3-F6AD-7D5FE310B0FA}"/>
              </a:ext>
            </a:extLst>
          </p:cNvPr>
          <p:cNvSpPr>
            <a:spLocks noGrp="1"/>
          </p:cNvSpPr>
          <p:nvPr>
            <p:ph type="body" sz="quarter" idx="22" hasCustomPrompt="1"/>
          </p:nvPr>
        </p:nvSpPr>
        <p:spPr>
          <a:xfrm>
            <a:off x="4426404" y="4136584"/>
            <a:ext cx="3332709" cy="690728"/>
          </a:xfrm>
          <a:prstGeom prst="rect">
            <a:avLst/>
          </a:prstGeom>
        </p:spPr>
        <p:txBody>
          <a:bodyPr lIns="0" rIns="0"/>
          <a:lstStyle>
            <a:lvl1pPr marL="0" indent="0">
              <a:buNone/>
              <a:defRPr sz="2000"/>
            </a:lvl1pPr>
            <a:lvl2pPr marL="230188" indent="-230188">
              <a:tabLst/>
              <a:defRPr sz="1800"/>
            </a:lvl2pPr>
            <a:lvl3pPr marL="460375" indent="-230188">
              <a:tabLst/>
              <a:defRPr sz="1600"/>
            </a:lvl3pPr>
            <a:lvl4pPr marL="690563" indent="-230188">
              <a:tabLst/>
              <a:defRPr sz="1400"/>
            </a:lvl4pPr>
            <a:lvl5pPr marL="920750" indent="-230188">
              <a:tabLst/>
              <a:defRPr sz="1400"/>
            </a:lvl5pPr>
          </a:lstStyle>
          <a:p>
            <a:r>
              <a:rPr lang="en-US" dirty="0"/>
              <a:t>Lorem ipsum dolor sit </a:t>
            </a:r>
            <a:r>
              <a:rPr lang="en-US" dirty="0" err="1"/>
              <a:t>amet</a:t>
            </a:r>
            <a:r>
              <a:rPr lang="en-US" dirty="0"/>
              <a:t> </a:t>
            </a:r>
            <a:r>
              <a:rPr lang="en-US" dirty="0" err="1"/>
              <a:t>consectetur</a:t>
            </a:r>
            <a:r>
              <a:rPr lang="en-US" dirty="0"/>
              <a:t> </a:t>
            </a:r>
            <a:r>
              <a:rPr lang="en-US" dirty="0" err="1"/>
              <a:t>adioiscing</a:t>
            </a:r>
            <a:r>
              <a:rPr lang="en-US" dirty="0"/>
              <a:t> </a:t>
            </a:r>
            <a:r>
              <a:rPr lang="en-US" dirty="0" err="1"/>
              <a:t>elit</a:t>
            </a:r>
            <a:endParaRPr lang="en-US" dirty="0"/>
          </a:p>
        </p:txBody>
      </p:sp>
      <p:sp>
        <p:nvSpPr>
          <p:cNvPr id="12" name="Text Placeholder 10">
            <a:extLst>
              <a:ext uri="{FF2B5EF4-FFF2-40B4-BE49-F238E27FC236}">
                <a16:creationId xmlns:a16="http://schemas.microsoft.com/office/drawing/2014/main" id="{A6135466-82F6-5E3C-0E95-F62F4D539B41}"/>
              </a:ext>
            </a:extLst>
          </p:cNvPr>
          <p:cNvSpPr>
            <a:spLocks noGrp="1"/>
          </p:cNvSpPr>
          <p:nvPr>
            <p:ph type="body" sz="quarter" idx="23" hasCustomPrompt="1"/>
          </p:nvPr>
        </p:nvSpPr>
        <p:spPr>
          <a:xfrm>
            <a:off x="8247529" y="4136584"/>
            <a:ext cx="3334871" cy="690728"/>
          </a:xfrm>
          <a:prstGeom prst="rect">
            <a:avLst/>
          </a:prstGeom>
        </p:spPr>
        <p:txBody>
          <a:bodyPr lIns="0" rIns="0"/>
          <a:lstStyle>
            <a:lvl1pPr marL="0" indent="0">
              <a:buNone/>
              <a:defRPr sz="2000"/>
            </a:lvl1pPr>
            <a:lvl2pPr marL="230188" indent="-230188">
              <a:tabLst/>
              <a:defRPr sz="1800"/>
            </a:lvl2pPr>
            <a:lvl3pPr marL="460375" indent="-230188">
              <a:tabLst/>
              <a:defRPr sz="1600"/>
            </a:lvl3pPr>
            <a:lvl4pPr marL="690563" indent="-230188">
              <a:tabLst/>
              <a:defRPr sz="1400"/>
            </a:lvl4pPr>
            <a:lvl5pPr marL="920750" indent="-230188">
              <a:tabLst/>
              <a:defRPr sz="1400"/>
            </a:lvl5pPr>
          </a:lstStyle>
          <a:p>
            <a:r>
              <a:rPr lang="en-US" dirty="0"/>
              <a:t>Lorem ipsum dolor sit </a:t>
            </a:r>
            <a:r>
              <a:rPr lang="en-US" dirty="0" err="1"/>
              <a:t>amet</a:t>
            </a:r>
            <a:r>
              <a:rPr lang="en-US" dirty="0"/>
              <a:t> </a:t>
            </a:r>
            <a:r>
              <a:rPr lang="en-US" dirty="0" err="1"/>
              <a:t>consectetur</a:t>
            </a:r>
            <a:r>
              <a:rPr lang="en-US" dirty="0"/>
              <a:t> </a:t>
            </a:r>
            <a:r>
              <a:rPr lang="en-US" dirty="0" err="1"/>
              <a:t>adioiscing</a:t>
            </a:r>
            <a:r>
              <a:rPr lang="en-US" dirty="0"/>
              <a:t> </a:t>
            </a:r>
            <a:r>
              <a:rPr lang="en-US" dirty="0" err="1"/>
              <a:t>elit</a:t>
            </a:r>
            <a:endParaRPr lang="en-US" dirty="0"/>
          </a:p>
        </p:txBody>
      </p:sp>
    </p:spTree>
    <p:extLst>
      <p:ext uri="{BB962C8B-B14F-4D97-AF65-F5344CB8AC3E}">
        <p14:creationId xmlns:p14="http://schemas.microsoft.com/office/powerpoint/2010/main" val="1511869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List + image vertical">
    <p:spTree>
      <p:nvGrpSpPr>
        <p:cNvPr id="1" name=""/>
        <p:cNvGrpSpPr/>
        <p:nvPr/>
      </p:nvGrpSpPr>
      <p:grpSpPr>
        <a:xfrm>
          <a:off x="0" y="0"/>
          <a:ext cx="0" cy="0"/>
          <a:chOff x="0" y="0"/>
          <a:chExt cx="0" cy="0"/>
        </a:xfrm>
      </p:grpSpPr>
      <p:sp>
        <p:nvSpPr>
          <p:cNvPr id="14" name="Picture Placeholder 5">
            <a:extLst>
              <a:ext uri="{FF2B5EF4-FFF2-40B4-BE49-F238E27FC236}">
                <a16:creationId xmlns:a16="http://schemas.microsoft.com/office/drawing/2014/main" id="{17E89E51-5CE0-8393-5F79-9D587D9D04C8}"/>
              </a:ext>
            </a:extLst>
          </p:cNvPr>
          <p:cNvSpPr>
            <a:spLocks noGrp="1"/>
          </p:cNvSpPr>
          <p:nvPr>
            <p:ph type="pic" sz="quarter" idx="19" hasCustomPrompt="1"/>
          </p:nvPr>
        </p:nvSpPr>
        <p:spPr>
          <a:xfrm>
            <a:off x="6096000" y="2739269"/>
            <a:ext cx="1371600" cy="1371600"/>
          </a:xfrm>
          <a:prstGeom prst="roundRect">
            <a:avLst>
              <a:gd name="adj" fmla="val 15420"/>
            </a:avLst>
          </a:prstGeom>
          <a:solidFill>
            <a:schemeClr val="bg1">
              <a:lumMod val="85000"/>
            </a:schemeClr>
          </a:solidFill>
          <a:effectLst>
            <a:softEdge rad="0"/>
          </a:effectLst>
        </p:spPr>
        <p:txBody>
          <a:bodyPr/>
          <a:lstStyle>
            <a:lvl1pPr marL="0" indent="0">
              <a:buNone/>
              <a:defRPr sz="2000"/>
            </a:lvl1pPr>
          </a:lstStyle>
          <a:p>
            <a:r>
              <a:rPr lang="en-US" dirty="0"/>
              <a:t>Picture</a:t>
            </a:r>
          </a:p>
        </p:txBody>
      </p:sp>
      <p:sp>
        <p:nvSpPr>
          <p:cNvPr id="2" name="Title Placeholder 1">
            <a:extLst>
              <a:ext uri="{FF2B5EF4-FFF2-40B4-BE49-F238E27FC236}">
                <a16:creationId xmlns:a16="http://schemas.microsoft.com/office/drawing/2014/main" id="{E308B887-878E-B858-E229-F31F4DAAB382}"/>
              </a:ext>
            </a:extLst>
          </p:cNvPr>
          <p:cNvSpPr>
            <a:spLocks noGrp="1"/>
          </p:cNvSpPr>
          <p:nvPr>
            <p:ph type="title" hasCustomPrompt="1"/>
          </p:nvPr>
        </p:nvSpPr>
        <p:spPr bwMode="auto">
          <a:xfrm>
            <a:off x="609600" y="548257"/>
            <a:ext cx="4892168" cy="5700143"/>
          </a:xfrm>
          <a:prstGeom prst="rect">
            <a:avLst/>
          </a:prstGeom>
          <a:noFill/>
          <a:ln>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0" rIns="91440" bIns="45720" numCol="1" anchor="ctr" anchorCtr="0" compatLnSpc="1">
            <a:prstTxWarp prst="textNoShape">
              <a:avLst/>
            </a:prstTxWarp>
          </a:bodyPr>
          <a:lstStyle>
            <a:lvl1pPr>
              <a:defRPr sz="3200" b="1">
                <a:latin typeface="Arial" panose="020B0604020202020204" pitchFamily="34" charset="0"/>
                <a:cs typeface="Arial" panose="020B0604020202020204" pitchFamily="34" charset="0"/>
              </a:defRPr>
            </a:lvl1pPr>
          </a:lstStyle>
          <a:p>
            <a:pPr lvl="0"/>
            <a:r>
              <a:rPr lang="en-US" dirty="0"/>
              <a:t>Slide title</a:t>
            </a:r>
            <a:endParaRPr dirty="0"/>
          </a:p>
        </p:txBody>
      </p:sp>
      <p:pic>
        <p:nvPicPr>
          <p:cNvPr id="5" name="Picture 4">
            <a:extLst>
              <a:ext uri="{FF2B5EF4-FFF2-40B4-BE49-F238E27FC236}">
                <a16:creationId xmlns:a16="http://schemas.microsoft.com/office/drawing/2014/main" id="{93D3183D-5245-7E5B-4512-148B0691DF33}"/>
              </a:ext>
            </a:extLst>
          </p:cNvPr>
          <p:cNvPicPr>
            <a:picLocks noChangeAspect="1"/>
          </p:cNvPicPr>
          <p:nvPr userDrawn="1"/>
        </p:nvPicPr>
        <p:blipFill>
          <a:blip r:embed="rId2"/>
          <a:srcRect/>
          <a:stretch/>
        </p:blipFill>
        <p:spPr>
          <a:xfrm>
            <a:off x="113339" y="6454075"/>
            <a:ext cx="415951" cy="233859"/>
          </a:xfrm>
          <a:prstGeom prst="rect">
            <a:avLst/>
          </a:prstGeom>
        </p:spPr>
      </p:pic>
      <p:sp>
        <p:nvSpPr>
          <p:cNvPr id="10" name="Picture Placeholder 5">
            <a:extLst>
              <a:ext uri="{FF2B5EF4-FFF2-40B4-BE49-F238E27FC236}">
                <a16:creationId xmlns:a16="http://schemas.microsoft.com/office/drawing/2014/main" id="{8BB4C92F-7F27-4445-2AB4-CDE8D910C462}"/>
              </a:ext>
            </a:extLst>
          </p:cNvPr>
          <p:cNvSpPr>
            <a:spLocks noGrp="1"/>
          </p:cNvSpPr>
          <p:nvPr>
            <p:ph type="pic" sz="quarter" idx="10" hasCustomPrompt="1"/>
          </p:nvPr>
        </p:nvSpPr>
        <p:spPr>
          <a:xfrm>
            <a:off x="6096000" y="1053604"/>
            <a:ext cx="1371600" cy="1371600"/>
          </a:xfrm>
          <a:prstGeom prst="roundRect">
            <a:avLst>
              <a:gd name="adj" fmla="val 15420"/>
            </a:avLst>
          </a:prstGeom>
          <a:solidFill>
            <a:schemeClr val="bg1">
              <a:lumMod val="85000"/>
            </a:schemeClr>
          </a:solidFill>
          <a:effectLst>
            <a:softEdge rad="0"/>
          </a:effectLst>
        </p:spPr>
        <p:txBody>
          <a:bodyPr/>
          <a:lstStyle>
            <a:lvl1pPr marL="0" indent="0">
              <a:buNone/>
              <a:defRPr sz="2000"/>
            </a:lvl1pPr>
          </a:lstStyle>
          <a:p>
            <a:r>
              <a:rPr lang="en-US" dirty="0"/>
              <a:t>Picture</a:t>
            </a:r>
          </a:p>
        </p:txBody>
      </p:sp>
      <p:sp>
        <p:nvSpPr>
          <p:cNvPr id="15" name="Picture Placeholder 5">
            <a:extLst>
              <a:ext uri="{FF2B5EF4-FFF2-40B4-BE49-F238E27FC236}">
                <a16:creationId xmlns:a16="http://schemas.microsoft.com/office/drawing/2014/main" id="{E4B63B06-40F5-4CD5-AB1C-69DB8E8498A7}"/>
              </a:ext>
            </a:extLst>
          </p:cNvPr>
          <p:cNvSpPr>
            <a:spLocks noGrp="1"/>
          </p:cNvSpPr>
          <p:nvPr>
            <p:ph type="pic" sz="quarter" idx="20" hasCustomPrompt="1"/>
          </p:nvPr>
        </p:nvSpPr>
        <p:spPr>
          <a:xfrm>
            <a:off x="6096000" y="4424934"/>
            <a:ext cx="1371600" cy="1371600"/>
          </a:xfrm>
          <a:prstGeom prst="roundRect">
            <a:avLst>
              <a:gd name="adj" fmla="val 15420"/>
            </a:avLst>
          </a:prstGeom>
          <a:solidFill>
            <a:schemeClr val="bg1">
              <a:lumMod val="85000"/>
            </a:schemeClr>
          </a:solidFill>
          <a:effectLst>
            <a:softEdge rad="0"/>
          </a:effectLst>
        </p:spPr>
        <p:txBody>
          <a:bodyPr/>
          <a:lstStyle>
            <a:lvl1pPr marL="0" indent="0">
              <a:buNone/>
              <a:defRPr sz="2000"/>
            </a:lvl1pPr>
          </a:lstStyle>
          <a:p>
            <a:r>
              <a:rPr lang="en-US" dirty="0"/>
              <a:t>Picture</a:t>
            </a:r>
          </a:p>
        </p:txBody>
      </p:sp>
      <p:sp>
        <p:nvSpPr>
          <p:cNvPr id="11" name="Text Placeholder 8">
            <a:extLst>
              <a:ext uri="{FF2B5EF4-FFF2-40B4-BE49-F238E27FC236}">
                <a16:creationId xmlns:a16="http://schemas.microsoft.com/office/drawing/2014/main" id="{B1AD7AC2-A961-B10A-F421-0656D354D695}"/>
              </a:ext>
            </a:extLst>
          </p:cNvPr>
          <p:cNvSpPr>
            <a:spLocks noGrp="1"/>
          </p:cNvSpPr>
          <p:nvPr>
            <p:ph type="body" sz="quarter" idx="12" hasCustomPrompt="1"/>
          </p:nvPr>
        </p:nvSpPr>
        <p:spPr>
          <a:xfrm>
            <a:off x="7700682" y="1063031"/>
            <a:ext cx="3881718" cy="553857"/>
          </a:xfrm>
          <a:prstGeom prst="rect">
            <a:avLst/>
          </a:prstGeom>
        </p:spPr>
        <p:txBody>
          <a:bodyPr lIns="0" rIns="0" anchor="b"/>
          <a:lstStyle>
            <a:lvl1pPr marL="0" indent="0">
              <a:buNone/>
              <a:defRPr sz="2000" b="1"/>
            </a:lvl1pPr>
          </a:lstStyle>
          <a:p>
            <a:pPr lvl="0"/>
            <a:r>
              <a:rPr lang="en-US" dirty="0"/>
              <a:t>Heading</a:t>
            </a:r>
          </a:p>
        </p:txBody>
      </p:sp>
      <p:sp>
        <p:nvSpPr>
          <p:cNvPr id="13" name="Text Placeholder 8">
            <a:extLst>
              <a:ext uri="{FF2B5EF4-FFF2-40B4-BE49-F238E27FC236}">
                <a16:creationId xmlns:a16="http://schemas.microsoft.com/office/drawing/2014/main" id="{C0A6CDFD-FFCE-5F44-C785-CF311B675464}"/>
              </a:ext>
            </a:extLst>
          </p:cNvPr>
          <p:cNvSpPr>
            <a:spLocks noGrp="1"/>
          </p:cNvSpPr>
          <p:nvPr>
            <p:ph type="body" sz="quarter" idx="14" hasCustomPrompt="1"/>
          </p:nvPr>
        </p:nvSpPr>
        <p:spPr>
          <a:xfrm>
            <a:off x="7700682" y="2772003"/>
            <a:ext cx="3881718" cy="480280"/>
          </a:xfrm>
          <a:prstGeom prst="rect">
            <a:avLst/>
          </a:prstGeom>
        </p:spPr>
        <p:txBody>
          <a:bodyPr lIns="0" rIns="0" anchor="b"/>
          <a:lstStyle>
            <a:lvl1pPr marL="0" indent="0">
              <a:buNone/>
              <a:defRPr sz="2000" b="1"/>
            </a:lvl1pPr>
          </a:lstStyle>
          <a:p>
            <a:pPr lvl="0"/>
            <a:r>
              <a:rPr lang="en-US" dirty="0"/>
              <a:t>Heading</a:t>
            </a:r>
          </a:p>
        </p:txBody>
      </p:sp>
      <p:sp>
        <p:nvSpPr>
          <p:cNvPr id="16" name="Text Placeholder 8">
            <a:extLst>
              <a:ext uri="{FF2B5EF4-FFF2-40B4-BE49-F238E27FC236}">
                <a16:creationId xmlns:a16="http://schemas.microsoft.com/office/drawing/2014/main" id="{3DD45A8C-D012-544D-B94E-DE5A8FC27E12}"/>
              </a:ext>
            </a:extLst>
          </p:cNvPr>
          <p:cNvSpPr>
            <a:spLocks noGrp="1"/>
          </p:cNvSpPr>
          <p:nvPr>
            <p:ph type="body" sz="quarter" idx="16" hasCustomPrompt="1"/>
          </p:nvPr>
        </p:nvSpPr>
        <p:spPr>
          <a:xfrm>
            <a:off x="7700682" y="4434361"/>
            <a:ext cx="3881718" cy="448291"/>
          </a:xfrm>
          <a:prstGeom prst="rect">
            <a:avLst/>
          </a:prstGeom>
        </p:spPr>
        <p:txBody>
          <a:bodyPr lIns="0" rIns="0" anchor="b"/>
          <a:lstStyle>
            <a:lvl1pPr marL="0" indent="0">
              <a:buNone/>
              <a:defRPr sz="2000" b="1"/>
            </a:lvl1pPr>
          </a:lstStyle>
          <a:p>
            <a:pPr lvl="0"/>
            <a:r>
              <a:rPr lang="en-US" dirty="0"/>
              <a:t>Heading</a:t>
            </a:r>
          </a:p>
        </p:txBody>
      </p:sp>
      <p:sp>
        <p:nvSpPr>
          <p:cNvPr id="17" name="Text Placeholder 10">
            <a:extLst>
              <a:ext uri="{FF2B5EF4-FFF2-40B4-BE49-F238E27FC236}">
                <a16:creationId xmlns:a16="http://schemas.microsoft.com/office/drawing/2014/main" id="{C691A402-CF61-0B13-2DC6-4B48141FF172}"/>
              </a:ext>
            </a:extLst>
          </p:cNvPr>
          <p:cNvSpPr>
            <a:spLocks noGrp="1"/>
          </p:cNvSpPr>
          <p:nvPr>
            <p:ph type="body" sz="quarter" idx="17" hasCustomPrompt="1"/>
          </p:nvPr>
        </p:nvSpPr>
        <p:spPr>
          <a:xfrm>
            <a:off x="7700682" y="1663566"/>
            <a:ext cx="3881718" cy="690728"/>
          </a:xfrm>
          <a:prstGeom prst="rect">
            <a:avLst/>
          </a:prstGeom>
        </p:spPr>
        <p:txBody>
          <a:bodyPr lIns="0" rIns="0"/>
          <a:lstStyle>
            <a:lvl1pPr marL="0" indent="0">
              <a:buNone/>
              <a:defRPr sz="2000"/>
            </a:lvl1pPr>
            <a:lvl2pPr marL="230188" indent="-230188">
              <a:tabLst/>
              <a:defRPr sz="1800"/>
            </a:lvl2pPr>
            <a:lvl3pPr marL="460375" indent="-230188">
              <a:tabLst/>
              <a:defRPr sz="1600"/>
            </a:lvl3pPr>
            <a:lvl4pPr marL="690563" indent="-230188">
              <a:tabLst/>
              <a:defRPr sz="1400"/>
            </a:lvl4pPr>
            <a:lvl5pPr marL="920750" indent="-230188">
              <a:tabLst/>
              <a:defRPr sz="1400"/>
            </a:lvl5pPr>
          </a:lstStyle>
          <a:p>
            <a:r>
              <a:rPr lang="en-US" dirty="0"/>
              <a:t>Lorem ipsum dolor sit </a:t>
            </a:r>
            <a:r>
              <a:rPr lang="en-US" dirty="0" err="1"/>
              <a:t>amet</a:t>
            </a:r>
            <a:r>
              <a:rPr lang="en-US" dirty="0"/>
              <a:t> </a:t>
            </a:r>
            <a:r>
              <a:rPr lang="en-US" dirty="0" err="1"/>
              <a:t>consectetur</a:t>
            </a:r>
            <a:r>
              <a:rPr lang="en-US" dirty="0"/>
              <a:t> </a:t>
            </a:r>
            <a:r>
              <a:rPr lang="en-US" dirty="0" err="1"/>
              <a:t>adioiscing</a:t>
            </a:r>
            <a:r>
              <a:rPr lang="en-US" dirty="0"/>
              <a:t> </a:t>
            </a:r>
            <a:r>
              <a:rPr lang="en-US" dirty="0" err="1"/>
              <a:t>elit</a:t>
            </a:r>
            <a:endParaRPr lang="en-US" dirty="0"/>
          </a:p>
        </p:txBody>
      </p:sp>
      <p:sp>
        <p:nvSpPr>
          <p:cNvPr id="18" name="Text Placeholder 10">
            <a:extLst>
              <a:ext uri="{FF2B5EF4-FFF2-40B4-BE49-F238E27FC236}">
                <a16:creationId xmlns:a16="http://schemas.microsoft.com/office/drawing/2014/main" id="{4F8B1BCF-0B95-F2B8-DF09-D170F9E5559D}"/>
              </a:ext>
            </a:extLst>
          </p:cNvPr>
          <p:cNvSpPr>
            <a:spLocks noGrp="1"/>
          </p:cNvSpPr>
          <p:nvPr>
            <p:ph type="body" sz="quarter" idx="18" hasCustomPrompt="1"/>
          </p:nvPr>
        </p:nvSpPr>
        <p:spPr>
          <a:xfrm>
            <a:off x="7700682" y="3307070"/>
            <a:ext cx="3881718" cy="690728"/>
          </a:xfrm>
          <a:prstGeom prst="rect">
            <a:avLst/>
          </a:prstGeom>
        </p:spPr>
        <p:txBody>
          <a:bodyPr lIns="0" rIns="0"/>
          <a:lstStyle>
            <a:lvl1pPr marL="0" indent="0">
              <a:buNone/>
              <a:defRPr sz="2000"/>
            </a:lvl1pPr>
            <a:lvl2pPr marL="230188" indent="-230188">
              <a:tabLst/>
              <a:defRPr sz="1800"/>
            </a:lvl2pPr>
            <a:lvl3pPr marL="460375" indent="-230188">
              <a:tabLst/>
              <a:defRPr sz="1600"/>
            </a:lvl3pPr>
            <a:lvl4pPr marL="690563" indent="-230188">
              <a:tabLst/>
              <a:defRPr sz="1400"/>
            </a:lvl4pPr>
            <a:lvl5pPr marL="920750" indent="-230188">
              <a:tabLst/>
              <a:defRPr sz="1400"/>
            </a:lvl5pPr>
          </a:lstStyle>
          <a:p>
            <a:r>
              <a:rPr lang="en-US" dirty="0"/>
              <a:t>Lorem ipsum dolor sit </a:t>
            </a:r>
            <a:r>
              <a:rPr lang="en-US" dirty="0" err="1"/>
              <a:t>amet</a:t>
            </a:r>
            <a:r>
              <a:rPr lang="en-US" dirty="0"/>
              <a:t> </a:t>
            </a:r>
            <a:r>
              <a:rPr lang="en-US" dirty="0" err="1"/>
              <a:t>consectetur</a:t>
            </a:r>
            <a:r>
              <a:rPr lang="en-US" dirty="0"/>
              <a:t> </a:t>
            </a:r>
            <a:r>
              <a:rPr lang="en-US" dirty="0" err="1"/>
              <a:t>adioiscing</a:t>
            </a:r>
            <a:r>
              <a:rPr lang="en-US" dirty="0"/>
              <a:t> </a:t>
            </a:r>
            <a:r>
              <a:rPr lang="en-US" dirty="0" err="1"/>
              <a:t>elit</a:t>
            </a:r>
            <a:endParaRPr lang="en-US" dirty="0"/>
          </a:p>
        </p:txBody>
      </p:sp>
      <p:sp>
        <p:nvSpPr>
          <p:cNvPr id="19" name="Text Placeholder 10">
            <a:extLst>
              <a:ext uri="{FF2B5EF4-FFF2-40B4-BE49-F238E27FC236}">
                <a16:creationId xmlns:a16="http://schemas.microsoft.com/office/drawing/2014/main" id="{EFBD56C8-191C-B0C9-E4CC-AAB2CC2D123A}"/>
              </a:ext>
            </a:extLst>
          </p:cNvPr>
          <p:cNvSpPr>
            <a:spLocks noGrp="1"/>
          </p:cNvSpPr>
          <p:nvPr>
            <p:ph type="body" sz="quarter" idx="21" hasCustomPrompt="1"/>
          </p:nvPr>
        </p:nvSpPr>
        <p:spPr>
          <a:xfrm>
            <a:off x="7700682" y="4924739"/>
            <a:ext cx="3881718" cy="690728"/>
          </a:xfrm>
          <a:prstGeom prst="rect">
            <a:avLst/>
          </a:prstGeom>
        </p:spPr>
        <p:txBody>
          <a:bodyPr lIns="0" rIns="0"/>
          <a:lstStyle>
            <a:lvl1pPr marL="0" indent="0">
              <a:buNone/>
              <a:defRPr sz="2000"/>
            </a:lvl1pPr>
            <a:lvl2pPr marL="230188" indent="-230188">
              <a:tabLst/>
              <a:defRPr sz="1800"/>
            </a:lvl2pPr>
            <a:lvl3pPr marL="460375" indent="-230188">
              <a:tabLst/>
              <a:defRPr sz="1600"/>
            </a:lvl3pPr>
            <a:lvl4pPr marL="690563" indent="-230188">
              <a:tabLst/>
              <a:defRPr sz="1400"/>
            </a:lvl4pPr>
            <a:lvl5pPr marL="920750" indent="-230188">
              <a:tabLst/>
              <a:defRPr sz="1400"/>
            </a:lvl5pPr>
          </a:lstStyle>
          <a:p>
            <a:r>
              <a:rPr lang="en-US" dirty="0"/>
              <a:t>Lorem ipsum dolor sit </a:t>
            </a:r>
            <a:r>
              <a:rPr lang="en-US" dirty="0" err="1"/>
              <a:t>amet</a:t>
            </a:r>
            <a:r>
              <a:rPr lang="en-US" dirty="0"/>
              <a:t> </a:t>
            </a:r>
            <a:r>
              <a:rPr lang="en-US" dirty="0" err="1"/>
              <a:t>consectetur</a:t>
            </a:r>
            <a:r>
              <a:rPr lang="en-US" dirty="0"/>
              <a:t> </a:t>
            </a:r>
            <a:r>
              <a:rPr lang="en-US" dirty="0" err="1"/>
              <a:t>adioiscing</a:t>
            </a:r>
            <a:r>
              <a:rPr lang="en-US" dirty="0"/>
              <a:t> </a:t>
            </a:r>
            <a:r>
              <a:rPr lang="en-US" dirty="0" err="1"/>
              <a:t>elit</a:t>
            </a:r>
            <a:endParaRPr lang="en-US" dirty="0"/>
          </a:p>
        </p:txBody>
      </p:sp>
    </p:spTree>
    <p:extLst>
      <p:ext uri="{BB962C8B-B14F-4D97-AF65-F5344CB8AC3E}">
        <p14:creationId xmlns:p14="http://schemas.microsoft.com/office/powerpoint/2010/main" val="276872757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List box">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420A12E-79A9-F4F4-93FA-1CE6F3C6D3BF}"/>
              </a:ext>
            </a:extLst>
          </p:cNvPr>
          <p:cNvPicPr>
            <a:picLocks noChangeAspect="1"/>
          </p:cNvPicPr>
          <p:nvPr userDrawn="1"/>
        </p:nvPicPr>
        <p:blipFill>
          <a:blip r:embed="rId2"/>
          <a:srcRect/>
          <a:stretch/>
        </p:blipFill>
        <p:spPr>
          <a:xfrm>
            <a:off x="113339" y="6454075"/>
            <a:ext cx="415951" cy="233859"/>
          </a:xfrm>
          <a:prstGeom prst="rect">
            <a:avLst/>
          </a:prstGeom>
        </p:spPr>
      </p:pic>
      <p:sp>
        <p:nvSpPr>
          <p:cNvPr id="2" name="Title Placeholder 1">
            <a:extLst>
              <a:ext uri="{FF2B5EF4-FFF2-40B4-BE49-F238E27FC236}">
                <a16:creationId xmlns:a16="http://schemas.microsoft.com/office/drawing/2014/main" id="{E308B887-878E-B858-E229-F31F4DAAB382}"/>
              </a:ext>
            </a:extLst>
          </p:cNvPr>
          <p:cNvSpPr>
            <a:spLocks noGrp="1"/>
          </p:cNvSpPr>
          <p:nvPr>
            <p:ph type="title" hasCustomPrompt="1"/>
          </p:nvPr>
        </p:nvSpPr>
        <p:spPr bwMode="auto">
          <a:xfrm>
            <a:off x="609600" y="548258"/>
            <a:ext cx="10972800" cy="792164"/>
          </a:xfrm>
          <a:prstGeom prst="rect">
            <a:avLst/>
          </a:prstGeom>
          <a:noFill/>
          <a:ln>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0" rIns="91440" bIns="45720" numCol="1" anchor="t" anchorCtr="0" compatLnSpc="1">
            <a:prstTxWarp prst="textNoShape">
              <a:avLst/>
            </a:prstTxWarp>
          </a:bodyPr>
          <a:lstStyle>
            <a:lvl1pPr>
              <a:defRPr sz="3200" b="1">
                <a:latin typeface="Arial" panose="020B0604020202020204" pitchFamily="34" charset="0"/>
                <a:cs typeface="Arial" panose="020B0604020202020204" pitchFamily="34" charset="0"/>
              </a:defRPr>
            </a:lvl1pPr>
          </a:lstStyle>
          <a:p>
            <a:pPr lvl="0"/>
            <a:r>
              <a:rPr lang="en-US" dirty="0"/>
              <a:t>Slide title</a:t>
            </a:r>
            <a:endParaRPr dirty="0"/>
          </a:p>
        </p:txBody>
      </p:sp>
      <p:sp>
        <p:nvSpPr>
          <p:cNvPr id="10" name="Text Placeholder 6">
            <a:extLst>
              <a:ext uri="{FF2B5EF4-FFF2-40B4-BE49-F238E27FC236}">
                <a16:creationId xmlns:a16="http://schemas.microsoft.com/office/drawing/2014/main" id="{32B4209F-5AC8-B4D5-80D4-D74C0639F36C}"/>
              </a:ext>
            </a:extLst>
          </p:cNvPr>
          <p:cNvSpPr>
            <a:spLocks noGrp="1"/>
          </p:cNvSpPr>
          <p:nvPr>
            <p:ph type="body" sz="quarter" idx="19" hasCustomPrompt="1"/>
          </p:nvPr>
        </p:nvSpPr>
        <p:spPr>
          <a:xfrm>
            <a:off x="610252" y="1857615"/>
            <a:ext cx="3316288" cy="3143250"/>
          </a:xfrm>
          <a:prstGeom prst="roundRect">
            <a:avLst>
              <a:gd name="adj" fmla="val 4902"/>
            </a:avLst>
          </a:prstGeom>
          <a:solidFill>
            <a:schemeClr val="bg1"/>
          </a:solidFill>
          <a:ln w="12700">
            <a:noFill/>
          </a:ln>
          <a:effectLst>
            <a:outerShdw blurRad="127000" dir="5400000" algn="ctr" rotWithShape="0">
              <a:schemeClr val="accent2">
                <a:alpha val="34000"/>
              </a:schemeClr>
            </a:outerShdw>
          </a:effectLst>
        </p:spPr>
        <p:txBody>
          <a:bodyPr lIns="228600" tIns="228600" rIns="228600" bIns="228600"/>
          <a:lstStyle>
            <a:lvl1pPr marL="0" indent="0">
              <a:spcAft>
                <a:spcPts val="600"/>
              </a:spcAft>
              <a:buNone/>
              <a:defRPr sz="1600" b="1"/>
            </a:lvl1pPr>
            <a:lvl2pPr marL="6350" indent="0">
              <a:buNone/>
              <a:tabLst/>
              <a:defRPr sz="1600"/>
            </a:lvl2pPr>
            <a:lvl3pPr marL="234950" indent="-228600">
              <a:tabLst/>
              <a:defRPr sz="1600"/>
            </a:lvl3pPr>
            <a:lvl4pPr marL="463550" indent="-228600">
              <a:tabLst/>
              <a:defRPr sz="1400"/>
            </a:lvl4pPr>
            <a:lvl5pPr marL="690563" indent="-227013">
              <a:tabLst/>
              <a:defRPr sz="1400"/>
            </a:lvl5pPr>
          </a:lstStyle>
          <a:p>
            <a:pPr lvl="0"/>
            <a:r>
              <a:rPr lang="en-US" dirty="0"/>
              <a:t>Heading</a:t>
            </a:r>
          </a:p>
          <a:p>
            <a:pPr lvl="1"/>
            <a:r>
              <a:rPr lang="en-US" dirty="0"/>
              <a:t>Lorem ipsum dolor sit </a:t>
            </a:r>
            <a:r>
              <a:rPr lang="en-US" dirty="0" err="1"/>
              <a:t>amet</a:t>
            </a:r>
            <a:endParaRPr lang="en-US" dirty="0"/>
          </a:p>
          <a:p>
            <a:pPr lvl="2"/>
            <a:r>
              <a:rPr lang="en-US" dirty="0"/>
              <a:t>Second level</a:t>
            </a:r>
          </a:p>
          <a:p>
            <a:pPr lvl="3"/>
            <a:r>
              <a:rPr lang="en-US" dirty="0"/>
              <a:t>Third level</a:t>
            </a:r>
          </a:p>
          <a:p>
            <a:pPr lvl="4"/>
            <a:r>
              <a:rPr lang="en-US" dirty="0"/>
              <a:t>Fourth level</a:t>
            </a:r>
          </a:p>
        </p:txBody>
      </p:sp>
      <p:sp>
        <p:nvSpPr>
          <p:cNvPr id="11" name="Text Placeholder 6">
            <a:extLst>
              <a:ext uri="{FF2B5EF4-FFF2-40B4-BE49-F238E27FC236}">
                <a16:creationId xmlns:a16="http://schemas.microsoft.com/office/drawing/2014/main" id="{C812BFC1-4EC5-EDE6-8879-DBC35C802958}"/>
              </a:ext>
            </a:extLst>
          </p:cNvPr>
          <p:cNvSpPr>
            <a:spLocks noGrp="1"/>
          </p:cNvSpPr>
          <p:nvPr>
            <p:ph type="body" sz="quarter" idx="20" hasCustomPrompt="1"/>
          </p:nvPr>
        </p:nvSpPr>
        <p:spPr>
          <a:xfrm>
            <a:off x="8261628" y="1857615"/>
            <a:ext cx="3316288" cy="3143250"/>
          </a:xfrm>
          <a:prstGeom prst="roundRect">
            <a:avLst>
              <a:gd name="adj" fmla="val 4902"/>
            </a:avLst>
          </a:prstGeom>
          <a:solidFill>
            <a:schemeClr val="bg1"/>
          </a:solidFill>
          <a:ln w="12700">
            <a:noFill/>
          </a:ln>
          <a:effectLst>
            <a:outerShdw blurRad="127000" dir="5400000" algn="ctr" rotWithShape="0">
              <a:schemeClr val="accent2">
                <a:alpha val="34000"/>
              </a:schemeClr>
            </a:outerShdw>
          </a:effectLst>
        </p:spPr>
        <p:txBody>
          <a:bodyPr lIns="228600" tIns="228600" rIns="228600" bIns="228600"/>
          <a:lstStyle>
            <a:lvl1pPr marL="0" indent="0">
              <a:spcAft>
                <a:spcPts val="600"/>
              </a:spcAft>
              <a:buNone/>
              <a:defRPr sz="1600" b="1"/>
            </a:lvl1pPr>
            <a:lvl2pPr marL="6350" indent="0">
              <a:buNone/>
              <a:tabLst/>
              <a:defRPr sz="1600"/>
            </a:lvl2pPr>
            <a:lvl3pPr marL="234950" indent="-228600">
              <a:tabLst/>
              <a:defRPr sz="1600"/>
            </a:lvl3pPr>
            <a:lvl4pPr marL="463550" indent="-228600">
              <a:tabLst/>
              <a:defRPr sz="1400"/>
            </a:lvl4pPr>
            <a:lvl5pPr marL="690563" indent="-227013">
              <a:tabLst/>
              <a:defRPr sz="1400"/>
            </a:lvl5pPr>
          </a:lstStyle>
          <a:p>
            <a:pPr lvl="0"/>
            <a:r>
              <a:rPr lang="en-US" dirty="0"/>
              <a:t>Heading</a:t>
            </a:r>
          </a:p>
          <a:p>
            <a:pPr lvl="1"/>
            <a:r>
              <a:rPr lang="en-US" dirty="0"/>
              <a:t>Lorem ipsum dolor sit </a:t>
            </a:r>
            <a:r>
              <a:rPr lang="en-US" dirty="0" err="1"/>
              <a:t>amet</a:t>
            </a:r>
            <a:endParaRPr lang="en-US" dirty="0"/>
          </a:p>
          <a:p>
            <a:pPr lvl="2"/>
            <a:r>
              <a:rPr lang="en-US" dirty="0"/>
              <a:t>Second level</a:t>
            </a:r>
          </a:p>
          <a:p>
            <a:pPr lvl="3"/>
            <a:r>
              <a:rPr lang="en-US" dirty="0"/>
              <a:t>Third level</a:t>
            </a:r>
          </a:p>
          <a:p>
            <a:pPr lvl="4"/>
            <a:r>
              <a:rPr lang="en-US" dirty="0"/>
              <a:t>Fourth level</a:t>
            </a:r>
          </a:p>
        </p:txBody>
      </p:sp>
      <p:sp>
        <p:nvSpPr>
          <p:cNvPr id="12" name="Text Placeholder 6">
            <a:extLst>
              <a:ext uri="{FF2B5EF4-FFF2-40B4-BE49-F238E27FC236}">
                <a16:creationId xmlns:a16="http://schemas.microsoft.com/office/drawing/2014/main" id="{8466B56C-DD45-DE9D-F3E2-11EB2F65D1AB}"/>
              </a:ext>
            </a:extLst>
          </p:cNvPr>
          <p:cNvSpPr>
            <a:spLocks noGrp="1"/>
          </p:cNvSpPr>
          <p:nvPr>
            <p:ph type="body" sz="quarter" idx="21" hasCustomPrompt="1"/>
          </p:nvPr>
        </p:nvSpPr>
        <p:spPr>
          <a:xfrm>
            <a:off x="4442663" y="1857615"/>
            <a:ext cx="3316288" cy="3143250"/>
          </a:xfrm>
          <a:prstGeom prst="roundRect">
            <a:avLst>
              <a:gd name="adj" fmla="val 4902"/>
            </a:avLst>
          </a:prstGeom>
          <a:solidFill>
            <a:schemeClr val="bg1"/>
          </a:solidFill>
          <a:ln w="12700">
            <a:noFill/>
          </a:ln>
          <a:effectLst>
            <a:outerShdw blurRad="127000" dir="5400000" algn="ctr" rotWithShape="0">
              <a:schemeClr val="accent2">
                <a:alpha val="34000"/>
              </a:schemeClr>
            </a:outerShdw>
          </a:effectLst>
        </p:spPr>
        <p:txBody>
          <a:bodyPr lIns="228600" tIns="228600" rIns="228600" bIns="228600"/>
          <a:lstStyle>
            <a:lvl1pPr marL="0" indent="0">
              <a:spcAft>
                <a:spcPts val="600"/>
              </a:spcAft>
              <a:buNone/>
              <a:defRPr sz="1600" b="1"/>
            </a:lvl1pPr>
            <a:lvl2pPr marL="6350" indent="0">
              <a:buNone/>
              <a:tabLst/>
              <a:defRPr sz="1600"/>
            </a:lvl2pPr>
            <a:lvl3pPr marL="234950" indent="-228600">
              <a:tabLst/>
              <a:defRPr sz="1600"/>
            </a:lvl3pPr>
            <a:lvl4pPr marL="463550" indent="-228600">
              <a:tabLst/>
              <a:defRPr sz="1400"/>
            </a:lvl4pPr>
            <a:lvl5pPr marL="690563" indent="-227013">
              <a:tabLst/>
              <a:defRPr sz="1400"/>
            </a:lvl5pPr>
          </a:lstStyle>
          <a:p>
            <a:pPr lvl="0"/>
            <a:r>
              <a:rPr lang="en-US" dirty="0"/>
              <a:t>Heading</a:t>
            </a:r>
          </a:p>
          <a:p>
            <a:pPr lvl="1"/>
            <a:r>
              <a:rPr lang="en-US" dirty="0"/>
              <a:t>Lorem ipsum dolor sit </a:t>
            </a:r>
            <a:r>
              <a:rPr lang="en-US" dirty="0" err="1"/>
              <a:t>amet</a:t>
            </a:r>
            <a:endParaRPr lang="en-US" dirty="0"/>
          </a:p>
          <a:p>
            <a:pPr lvl="2"/>
            <a:r>
              <a:rPr lang="en-US" dirty="0"/>
              <a:t>Second level</a:t>
            </a:r>
          </a:p>
          <a:p>
            <a:pPr lvl="3"/>
            <a:r>
              <a:rPr lang="en-US" dirty="0"/>
              <a:t>Third level</a:t>
            </a:r>
          </a:p>
          <a:p>
            <a:pPr lvl="4"/>
            <a:r>
              <a:rPr lang="en-US" dirty="0"/>
              <a:t>Fourth level</a:t>
            </a:r>
          </a:p>
        </p:txBody>
      </p:sp>
    </p:spTree>
    <p:extLst>
      <p:ext uri="{BB962C8B-B14F-4D97-AF65-F5344CB8AC3E}">
        <p14:creationId xmlns:p14="http://schemas.microsoft.com/office/powerpoint/2010/main" val="217831936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List box vertical">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308B887-878E-B858-E229-F31F4DAAB382}"/>
              </a:ext>
            </a:extLst>
          </p:cNvPr>
          <p:cNvSpPr>
            <a:spLocks noGrp="1"/>
          </p:cNvSpPr>
          <p:nvPr>
            <p:ph type="title" hasCustomPrompt="1"/>
          </p:nvPr>
        </p:nvSpPr>
        <p:spPr bwMode="auto">
          <a:xfrm>
            <a:off x="609600" y="548257"/>
            <a:ext cx="4892168" cy="5700143"/>
          </a:xfrm>
          <a:prstGeom prst="rect">
            <a:avLst/>
          </a:prstGeom>
          <a:noFill/>
          <a:ln>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0" rIns="91440" bIns="45720" numCol="1" anchor="ctr" anchorCtr="0" compatLnSpc="1">
            <a:prstTxWarp prst="textNoShape">
              <a:avLst/>
            </a:prstTxWarp>
          </a:bodyPr>
          <a:lstStyle>
            <a:lvl1pPr>
              <a:defRPr sz="3200" b="1">
                <a:latin typeface="Arial" panose="020B0604020202020204" pitchFamily="34" charset="0"/>
                <a:cs typeface="Arial" panose="020B0604020202020204" pitchFamily="34" charset="0"/>
              </a:defRPr>
            </a:lvl1pPr>
          </a:lstStyle>
          <a:p>
            <a:pPr lvl="0"/>
            <a:r>
              <a:rPr lang="en-US" dirty="0"/>
              <a:t>Slide title</a:t>
            </a:r>
            <a:endParaRPr dirty="0"/>
          </a:p>
        </p:txBody>
      </p:sp>
      <p:pic>
        <p:nvPicPr>
          <p:cNvPr id="10" name="Picture 9">
            <a:extLst>
              <a:ext uri="{FF2B5EF4-FFF2-40B4-BE49-F238E27FC236}">
                <a16:creationId xmlns:a16="http://schemas.microsoft.com/office/drawing/2014/main" id="{B26D1FE9-534B-49C3-6D70-75E3295446C0}"/>
              </a:ext>
            </a:extLst>
          </p:cNvPr>
          <p:cNvPicPr>
            <a:picLocks noChangeAspect="1"/>
          </p:cNvPicPr>
          <p:nvPr userDrawn="1"/>
        </p:nvPicPr>
        <p:blipFill>
          <a:blip r:embed="rId2"/>
          <a:srcRect/>
          <a:stretch/>
        </p:blipFill>
        <p:spPr>
          <a:xfrm>
            <a:off x="113339" y="6454075"/>
            <a:ext cx="415951" cy="233859"/>
          </a:xfrm>
          <a:prstGeom prst="rect">
            <a:avLst/>
          </a:prstGeom>
        </p:spPr>
      </p:pic>
      <p:sp>
        <p:nvSpPr>
          <p:cNvPr id="14" name="Text Placeholder 6">
            <a:extLst>
              <a:ext uri="{FF2B5EF4-FFF2-40B4-BE49-F238E27FC236}">
                <a16:creationId xmlns:a16="http://schemas.microsoft.com/office/drawing/2014/main" id="{ED159753-4CBB-CE8D-E698-ED37DCC57287}"/>
              </a:ext>
            </a:extLst>
          </p:cNvPr>
          <p:cNvSpPr>
            <a:spLocks noGrp="1"/>
          </p:cNvSpPr>
          <p:nvPr>
            <p:ph type="body" sz="quarter" idx="19" hasCustomPrompt="1"/>
          </p:nvPr>
        </p:nvSpPr>
        <p:spPr>
          <a:xfrm>
            <a:off x="6095999" y="618564"/>
            <a:ext cx="5486399" cy="1734030"/>
          </a:xfrm>
          <a:prstGeom prst="roundRect">
            <a:avLst>
              <a:gd name="adj" fmla="val 11494"/>
            </a:avLst>
          </a:prstGeom>
          <a:solidFill>
            <a:schemeClr val="bg1"/>
          </a:solidFill>
          <a:ln w="12700">
            <a:noFill/>
          </a:ln>
          <a:effectLst>
            <a:outerShdw blurRad="127000" dir="5400000" algn="ctr" rotWithShape="0">
              <a:schemeClr val="accent2">
                <a:alpha val="34000"/>
              </a:schemeClr>
            </a:outerShdw>
          </a:effectLst>
        </p:spPr>
        <p:txBody>
          <a:bodyPr lIns="228600" tIns="228600" rIns="228600" bIns="228600"/>
          <a:lstStyle>
            <a:lvl1pPr marL="0" indent="0">
              <a:spcAft>
                <a:spcPts val="600"/>
              </a:spcAft>
              <a:buNone/>
              <a:defRPr sz="2000" b="1"/>
            </a:lvl1pPr>
            <a:lvl2pPr marL="6350" indent="0">
              <a:buNone/>
              <a:tabLst/>
              <a:defRPr sz="2000"/>
            </a:lvl2pPr>
            <a:lvl3pPr marL="234950" indent="-228600">
              <a:tabLst/>
              <a:defRPr/>
            </a:lvl3pPr>
            <a:lvl4pPr marL="463550" indent="-228600">
              <a:tabLst/>
              <a:defRPr/>
            </a:lvl4pPr>
            <a:lvl5pPr marL="690563" indent="-227013">
              <a:tabLst/>
              <a:defRPr/>
            </a:lvl5pPr>
          </a:lstStyle>
          <a:p>
            <a:pPr lvl="0"/>
            <a:r>
              <a:rPr lang="en-US" dirty="0"/>
              <a:t>Heading</a:t>
            </a:r>
          </a:p>
          <a:p>
            <a:pPr lvl="1"/>
            <a:r>
              <a:rPr lang="en-US" dirty="0"/>
              <a:t>Lorem ipsum dolor sit </a:t>
            </a:r>
            <a:r>
              <a:rPr lang="en-US" dirty="0" err="1"/>
              <a:t>amet</a:t>
            </a:r>
            <a:endParaRPr lang="en-US" dirty="0"/>
          </a:p>
        </p:txBody>
      </p:sp>
      <p:sp>
        <p:nvSpPr>
          <p:cNvPr id="15" name="Text Placeholder 6">
            <a:extLst>
              <a:ext uri="{FF2B5EF4-FFF2-40B4-BE49-F238E27FC236}">
                <a16:creationId xmlns:a16="http://schemas.microsoft.com/office/drawing/2014/main" id="{103E2347-68AD-3B67-6745-6D68E8EBEFA6}"/>
              </a:ext>
            </a:extLst>
          </p:cNvPr>
          <p:cNvSpPr>
            <a:spLocks noGrp="1"/>
          </p:cNvSpPr>
          <p:nvPr>
            <p:ph type="body" sz="quarter" idx="20" hasCustomPrompt="1"/>
          </p:nvPr>
        </p:nvSpPr>
        <p:spPr>
          <a:xfrm>
            <a:off x="6095999" y="4518211"/>
            <a:ext cx="5486399" cy="1734030"/>
          </a:xfrm>
          <a:prstGeom prst="roundRect">
            <a:avLst>
              <a:gd name="adj" fmla="val 11494"/>
            </a:avLst>
          </a:prstGeom>
          <a:solidFill>
            <a:schemeClr val="bg1"/>
          </a:solidFill>
          <a:ln w="12700">
            <a:noFill/>
          </a:ln>
          <a:effectLst>
            <a:outerShdw blurRad="127000" dir="5400000" algn="ctr" rotWithShape="0">
              <a:schemeClr val="accent2">
                <a:alpha val="34000"/>
              </a:schemeClr>
            </a:outerShdw>
          </a:effectLst>
        </p:spPr>
        <p:txBody>
          <a:bodyPr lIns="228600" tIns="228600" rIns="228600" bIns="228600"/>
          <a:lstStyle>
            <a:lvl1pPr marL="0" indent="0">
              <a:spcAft>
                <a:spcPts val="600"/>
              </a:spcAft>
              <a:buNone/>
              <a:defRPr sz="2000" b="1"/>
            </a:lvl1pPr>
            <a:lvl2pPr marL="6350" indent="0">
              <a:buNone/>
              <a:tabLst/>
              <a:defRPr sz="2000"/>
            </a:lvl2pPr>
            <a:lvl3pPr marL="234950" indent="-228600">
              <a:tabLst/>
              <a:defRPr/>
            </a:lvl3pPr>
            <a:lvl4pPr marL="463550" indent="-228600">
              <a:tabLst/>
              <a:defRPr/>
            </a:lvl4pPr>
            <a:lvl5pPr marL="690563" indent="-227013">
              <a:tabLst/>
              <a:defRPr/>
            </a:lvl5pPr>
          </a:lstStyle>
          <a:p>
            <a:pPr lvl="0"/>
            <a:r>
              <a:rPr lang="en-US" dirty="0"/>
              <a:t>Heading</a:t>
            </a:r>
          </a:p>
          <a:p>
            <a:pPr lvl="1"/>
            <a:r>
              <a:rPr lang="en-US" dirty="0"/>
              <a:t>Lorem ipsum dolor sit </a:t>
            </a:r>
            <a:r>
              <a:rPr lang="en-US" dirty="0" err="1"/>
              <a:t>amet</a:t>
            </a:r>
            <a:endParaRPr lang="en-US" dirty="0"/>
          </a:p>
        </p:txBody>
      </p:sp>
      <p:sp>
        <p:nvSpPr>
          <p:cNvPr id="16" name="Text Placeholder 6">
            <a:extLst>
              <a:ext uri="{FF2B5EF4-FFF2-40B4-BE49-F238E27FC236}">
                <a16:creationId xmlns:a16="http://schemas.microsoft.com/office/drawing/2014/main" id="{C94FAADF-47F8-AD80-83C8-5BB04B664FB5}"/>
              </a:ext>
            </a:extLst>
          </p:cNvPr>
          <p:cNvSpPr>
            <a:spLocks noGrp="1"/>
          </p:cNvSpPr>
          <p:nvPr>
            <p:ph type="body" sz="quarter" idx="21" hasCustomPrompt="1"/>
          </p:nvPr>
        </p:nvSpPr>
        <p:spPr>
          <a:xfrm>
            <a:off x="6095999" y="2568387"/>
            <a:ext cx="5486399" cy="1734030"/>
          </a:xfrm>
          <a:prstGeom prst="roundRect">
            <a:avLst>
              <a:gd name="adj" fmla="val 11494"/>
            </a:avLst>
          </a:prstGeom>
          <a:solidFill>
            <a:schemeClr val="bg1"/>
          </a:solidFill>
          <a:ln w="12700">
            <a:noFill/>
          </a:ln>
          <a:effectLst>
            <a:outerShdw blurRad="127000" dir="5400000" algn="ctr" rotWithShape="0">
              <a:schemeClr val="accent2">
                <a:alpha val="34000"/>
              </a:schemeClr>
            </a:outerShdw>
          </a:effectLst>
        </p:spPr>
        <p:txBody>
          <a:bodyPr lIns="228600" tIns="228600" rIns="228600" bIns="228600"/>
          <a:lstStyle>
            <a:lvl1pPr marL="0" indent="0">
              <a:spcAft>
                <a:spcPts val="600"/>
              </a:spcAft>
              <a:buNone/>
              <a:defRPr sz="2000" b="1"/>
            </a:lvl1pPr>
            <a:lvl2pPr marL="6350" indent="0">
              <a:buNone/>
              <a:tabLst/>
              <a:defRPr sz="2000"/>
            </a:lvl2pPr>
            <a:lvl3pPr marL="234950" indent="-228600">
              <a:tabLst/>
              <a:defRPr/>
            </a:lvl3pPr>
            <a:lvl4pPr marL="463550" indent="-228600">
              <a:tabLst/>
              <a:defRPr/>
            </a:lvl4pPr>
            <a:lvl5pPr marL="690563" indent="-227013">
              <a:tabLst/>
              <a:defRPr/>
            </a:lvl5pPr>
          </a:lstStyle>
          <a:p>
            <a:pPr lvl="0"/>
            <a:r>
              <a:rPr lang="en-US" dirty="0"/>
              <a:t>Heading</a:t>
            </a:r>
          </a:p>
          <a:p>
            <a:pPr lvl="1"/>
            <a:r>
              <a:rPr lang="en-US" dirty="0"/>
              <a:t>Lorem ipsum dolor sit </a:t>
            </a:r>
            <a:r>
              <a:rPr lang="en-US" dirty="0" err="1"/>
              <a:t>amet</a:t>
            </a:r>
            <a:endParaRPr lang="en-US" dirty="0"/>
          </a:p>
        </p:txBody>
      </p:sp>
    </p:spTree>
    <p:extLst>
      <p:ext uri="{BB962C8B-B14F-4D97-AF65-F5344CB8AC3E}">
        <p14:creationId xmlns:p14="http://schemas.microsoft.com/office/powerpoint/2010/main" val="296840534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4A543F0-D18D-561D-A1DB-7A02BE941A7E}"/>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0" name="Text Placeholder 8">
            <a:extLst>
              <a:ext uri="{FF2B5EF4-FFF2-40B4-BE49-F238E27FC236}">
                <a16:creationId xmlns:a16="http://schemas.microsoft.com/office/drawing/2014/main" id="{622B47C9-A712-FB13-BC2A-3CB1ECEB7659}"/>
              </a:ext>
            </a:extLst>
          </p:cNvPr>
          <p:cNvSpPr>
            <a:spLocks noGrp="1"/>
          </p:cNvSpPr>
          <p:nvPr>
            <p:ph type="body" sz="quarter" idx="10" hasCustomPrompt="1"/>
          </p:nvPr>
        </p:nvSpPr>
        <p:spPr>
          <a:xfrm>
            <a:off x="1268413" y="1884321"/>
            <a:ext cx="9145587" cy="3102055"/>
          </a:xfrm>
          <a:prstGeom prst="rect">
            <a:avLst/>
          </a:prstGeom>
        </p:spPr>
        <p:txBody>
          <a:bodyPr lIns="0" rIns="0"/>
          <a:lstStyle>
            <a:lvl1pPr marL="0" indent="0">
              <a:spcAft>
                <a:spcPts val="1200"/>
              </a:spcAft>
              <a:buNone/>
              <a:defRPr sz="4400" b="1" spc="-100" baseline="0"/>
            </a:lvl1pPr>
            <a:lvl2pPr marL="6350" indent="0">
              <a:buNone/>
              <a:tabLst/>
              <a:defRPr sz="1800"/>
            </a:lvl2pPr>
            <a:lvl3pPr marL="6350" indent="0">
              <a:buFont typeface="Arial" panose="020B0604020202020204" pitchFamily="34" charset="0"/>
              <a:buNone/>
              <a:tabLst/>
              <a:defRPr sz="1800"/>
            </a:lvl3pPr>
            <a:lvl4pPr marL="6350" indent="0">
              <a:buNone/>
              <a:tabLst/>
              <a:defRPr/>
            </a:lvl4pPr>
            <a:lvl5pPr marL="6350" indent="0">
              <a:buNone/>
              <a:tabLst/>
              <a:defRPr/>
            </a:lvl5pPr>
          </a:lstStyle>
          <a:p>
            <a:pPr lvl="0"/>
            <a:r>
              <a:rPr lang="en-US" dirty="0"/>
              <a:t>This is a large quotation. Lorem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a:t>
            </a:r>
          </a:p>
          <a:p>
            <a:pPr lvl="1"/>
            <a:r>
              <a:rPr lang="en-US" dirty="0"/>
              <a:t>—Citation</a:t>
            </a:r>
          </a:p>
        </p:txBody>
      </p:sp>
      <p:pic>
        <p:nvPicPr>
          <p:cNvPr id="4" name="Picture 3">
            <a:extLst>
              <a:ext uri="{FF2B5EF4-FFF2-40B4-BE49-F238E27FC236}">
                <a16:creationId xmlns:a16="http://schemas.microsoft.com/office/drawing/2014/main" id="{7108D4DD-23A3-DC79-B4DA-42B7108D2493}"/>
              </a:ext>
            </a:extLst>
          </p:cNvPr>
          <p:cNvPicPr>
            <a:picLocks noChangeAspect="1"/>
          </p:cNvPicPr>
          <p:nvPr userDrawn="1"/>
        </p:nvPicPr>
        <p:blipFill>
          <a:blip r:embed="rId3"/>
          <a:srcRect/>
          <a:stretch/>
        </p:blipFill>
        <p:spPr>
          <a:xfrm>
            <a:off x="113339" y="6446641"/>
            <a:ext cx="415951" cy="233859"/>
          </a:xfrm>
          <a:prstGeom prst="rect">
            <a:avLst/>
          </a:prstGeom>
        </p:spPr>
      </p:pic>
      <p:sp>
        <p:nvSpPr>
          <p:cNvPr id="8" name="Rectangle 7">
            <a:extLst>
              <a:ext uri="{FF2B5EF4-FFF2-40B4-BE49-F238E27FC236}">
                <a16:creationId xmlns:a16="http://schemas.microsoft.com/office/drawing/2014/main" id="{C3D92D83-75FD-F9F4-0F18-1072DA76EBDC}"/>
              </a:ext>
            </a:extLst>
          </p:cNvPr>
          <p:cNvSpPr/>
          <p:nvPr userDrawn="1"/>
        </p:nvSpPr>
        <p:spPr>
          <a:xfrm>
            <a:off x="11589396" y="6520640"/>
            <a:ext cx="464634" cy="215444"/>
          </a:xfrm>
          <a:prstGeom prst="rect">
            <a:avLst/>
          </a:prstGeom>
        </p:spPr>
        <p:txBody>
          <a:bodyPr wrap="square">
            <a:spAutoFit/>
          </a:bodyPr>
          <a:lstStyle/>
          <a:p>
            <a:pPr algn="r"/>
            <a:fld id="{3C1D921F-663F-5D4C-BF56-776C1B867DF7}" type="slidenum">
              <a:rPr lang="en-US" sz="800" baseline="0" smtClean="0">
                <a:solidFill>
                  <a:schemeClr val="tx1">
                    <a:lumMod val="75000"/>
                    <a:lumOff val="25000"/>
                  </a:schemeClr>
                </a:solidFill>
              </a:rPr>
              <a:pPr algn="r"/>
              <a:t>‹#›</a:t>
            </a:fld>
            <a:endParaRPr lang="en-US" sz="800" baseline="0" dirty="0">
              <a:solidFill>
                <a:schemeClr val="tx1">
                  <a:lumMod val="75000"/>
                  <a:lumOff val="25000"/>
                </a:schemeClr>
              </a:solidFill>
            </a:endParaRPr>
          </a:p>
        </p:txBody>
      </p:sp>
      <p:sp>
        <p:nvSpPr>
          <p:cNvPr id="9" name="Rectangle 8">
            <a:extLst>
              <a:ext uri="{FF2B5EF4-FFF2-40B4-BE49-F238E27FC236}">
                <a16:creationId xmlns:a16="http://schemas.microsoft.com/office/drawing/2014/main" id="{BB528551-83D8-B2EB-F0A0-7964C839309E}"/>
              </a:ext>
            </a:extLst>
          </p:cNvPr>
          <p:cNvSpPr/>
          <p:nvPr userDrawn="1"/>
        </p:nvSpPr>
        <p:spPr>
          <a:xfrm>
            <a:off x="9479756" y="6520640"/>
            <a:ext cx="2124869" cy="215444"/>
          </a:xfrm>
          <a:prstGeom prst="rect">
            <a:avLst/>
          </a:prstGeom>
        </p:spPr>
        <p:txBody>
          <a:bodyPr wrap="square" lIns="0" rIns="0">
            <a:spAutoFit/>
          </a:bodyPr>
          <a:lstStyle/>
          <a:p>
            <a:pPr algn="r"/>
            <a:r>
              <a:rPr lang="en-US" sz="800" b="0" i="0" u="none" strike="noStrike" baseline="0" dirty="0">
                <a:solidFill>
                  <a:schemeClr val="tx1">
                    <a:lumMod val="75000"/>
                    <a:lumOff val="25000"/>
                  </a:schemeClr>
                </a:solidFill>
                <a:effectLst/>
                <a:latin typeface="+mn-lt"/>
              </a:rPr>
              <a:t>OpenText ©2025. All rights reserved.</a:t>
            </a:r>
            <a:endParaRPr lang="en-US" sz="800" baseline="0" dirty="0">
              <a:solidFill>
                <a:schemeClr val="tx1">
                  <a:lumMod val="75000"/>
                  <a:lumOff val="25000"/>
                </a:schemeClr>
              </a:solidFill>
              <a:latin typeface="+mn-lt"/>
            </a:endParaRPr>
          </a:p>
        </p:txBody>
      </p:sp>
    </p:spTree>
    <p:extLst>
      <p:ext uri="{BB962C8B-B14F-4D97-AF65-F5344CB8AC3E}">
        <p14:creationId xmlns:p14="http://schemas.microsoft.com/office/powerpoint/2010/main" val="394936952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3AA7A9-4FB3-F667-4A5E-198CA2C5C6EC}"/>
              </a:ext>
            </a:extLst>
          </p:cNvPr>
          <p:cNvSpPr>
            <a:spLocks noGrp="1"/>
          </p:cNvSpPr>
          <p:nvPr>
            <p:ph type="title" hasCustomPrompt="1"/>
          </p:nvPr>
        </p:nvSpPr>
        <p:spPr bwMode="auto">
          <a:xfrm>
            <a:off x="609600" y="548258"/>
            <a:ext cx="10972800" cy="513287"/>
          </a:xfrm>
          <a:prstGeom prst="rect">
            <a:avLst/>
          </a:prstGeom>
          <a:noFill/>
          <a:ln>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0" rIns="91440" bIns="45720" numCol="1" anchor="t" anchorCtr="0" compatLnSpc="1">
            <a:prstTxWarp prst="textNoShape">
              <a:avLst/>
            </a:prstTxWarp>
          </a:bodyPr>
          <a:lstStyle>
            <a:lvl1pPr algn="ctr">
              <a:defRPr sz="3200" b="1">
                <a:latin typeface="Arial" panose="020B0604020202020204" pitchFamily="34" charset="0"/>
                <a:cs typeface="Arial" panose="020B0604020202020204" pitchFamily="34" charset="0"/>
              </a:defRPr>
            </a:lvl1pPr>
          </a:lstStyle>
          <a:p>
            <a:pPr lvl="0"/>
            <a:r>
              <a:rPr lang="en-US" dirty="0"/>
              <a:t>Meet the team</a:t>
            </a:r>
            <a:endParaRPr dirty="0"/>
          </a:p>
        </p:txBody>
      </p:sp>
      <p:sp>
        <p:nvSpPr>
          <p:cNvPr id="5" name="Picture Placeholder 6">
            <a:extLst>
              <a:ext uri="{FF2B5EF4-FFF2-40B4-BE49-F238E27FC236}">
                <a16:creationId xmlns:a16="http://schemas.microsoft.com/office/drawing/2014/main" id="{54E326C8-C826-6918-F477-75C4ED564620}"/>
              </a:ext>
            </a:extLst>
          </p:cNvPr>
          <p:cNvSpPr>
            <a:spLocks noGrp="1"/>
          </p:cNvSpPr>
          <p:nvPr>
            <p:ph type="pic" sz="quarter" idx="10"/>
          </p:nvPr>
        </p:nvSpPr>
        <p:spPr>
          <a:xfrm>
            <a:off x="5638800" y="1766450"/>
            <a:ext cx="914400" cy="914400"/>
          </a:xfrm>
          <a:prstGeom prst="ellipse">
            <a:avLst/>
          </a:prstGeom>
          <a:solidFill>
            <a:schemeClr val="bg1">
              <a:lumMod val="75000"/>
            </a:schemeClr>
          </a:solidFill>
        </p:spPr>
        <p:txBody>
          <a:bodyPr/>
          <a:lstStyle>
            <a:lvl1pPr marL="0" indent="0">
              <a:buNone/>
              <a:defRPr sz="1200"/>
            </a:lvl1pPr>
          </a:lstStyle>
          <a:p>
            <a:endParaRPr lang="en-US"/>
          </a:p>
        </p:txBody>
      </p:sp>
      <p:sp>
        <p:nvSpPr>
          <p:cNvPr id="6" name="Picture Placeholder 6">
            <a:extLst>
              <a:ext uri="{FF2B5EF4-FFF2-40B4-BE49-F238E27FC236}">
                <a16:creationId xmlns:a16="http://schemas.microsoft.com/office/drawing/2014/main" id="{2775AEA9-FA7F-F402-78FE-B7DB71A29975}"/>
              </a:ext>
            </a:extLst>
          </p:cNvPr>
          <p:cNvSpPr>
            <a:spLocks noGrp="1"/>
          </p:cNvSpPr>
          <p:nvPr>
            <p:ph type="pic" sz="quarter" idx="11"/>
          </p:nvPr>
        </p:nvSpPr>
        <p:spPr>
          <a:xfrm>
            <a:off x="3421117" y="1766450"/>
            <a:ext cx="914400" cy="914400"/>
          </a:xfrm>
          <a:prstGeom prst="ellipse">
            <a:avLst/>
          </a:prstGeom>
          <a:solidFill>
            <a:schemeClr val="bg1">
              <a:lumMod val="75000"/>
            </a:schemeClr>
          </a:solidFill>
        </p:spPr>
        <p:txBody>
          <a:bodyPr/>
          <a:lstStyle>
            <a:lvl1pPr marL="0" indent="0">
              <a:buNone/>
              <a:defRPr sz="1200"/>
            </a:lvl1pPr>
          </a:lstStyle>
          <a:p>
            <a:endParaRPr lang="en-US"/>
          </a:p>
        </p:txBody>
      </p:sp>
      <p:sp>
        <p:nvSpPr>
          <p:cNvPr id="7" name="Picture Placeholder 6">
            <a:extLst>
              <a:ext uri="{FF2B5EF4-FFF2-40B4-BE49-F238E27FC236}">
                <a16:creationId xmlns:a16="http://schemas.microsoft.com/office/drawing/2014/main" id="{84D43DB7-B1B2-F431-AA1B-BD8C60165A27}"/>
              </a:ext>
            </a:extLst>
          </p:cNvPr>
          <p:cNvSpPr>
            <a:spLocks noGrp="1"/>
          </p:cNvSpPr>
          <p:nvPr>
            <p:ph type="pic" sz="quarter" idx="12"/>
          </p:nvPr>
        </p:nvSpPr>
        <p:spPr>
          <a:xfrm>
            <a:off x="1203435" y="1766450"/>
            <a:ext cx="914400" cy="914400"/>
          </a:xfrm>
          <a:prstGeom prst="ellipse">
            <a:avLst/>
          </a:prstGeom>
          <a:solidFill>
            <a:schemeClr val="bg1">
              <a:lumMod val="75000"/>
            </a:schemeClr>
          </a:solidFill>
        </p:spPr>
        <p:txBody>
          <a:bodyPr/>
          <a:lstStyle>
            <a:lvl1pPr marL="0" indent="0">
              <a:buNone/>
              <a:defRPr sz="1200"/>
            </a:lvl1pPr>
          </a:lstStyle>
          <a:p>
            <a:endParaRPr lang="en-US"/>
          </a:p>
        </p:txBody>
      </p:sp>
      <p:sp>
        <p:nvSpPr>
          <p:cNvPr id="8" name="Picture Placeholder 6">
            <a:extLst>
              <a:ext uri="{FF2B5EF4-FFF2-40B4-BE49-F238E27FC236}">
                <a16:creationId xmlns:a16="http://schemas.microsoft.com/office/drawing/2014/main" id="{C19FAD6B-3097-5C8D-1D72-95EF01534015}"/>
              </a:ext>
            </a:extLst>
          </p:cNvPr>
          <p:cNvSpPr>
            <a:spLocks noGrp="1"/>
          </p:cNvSpPr>
          <p:nvPr>
            <p:ph type="pic" sz="quarter" idx="13"/>
          </p:nvPr>
        </p:nvSpPr>
        <p:spPr>
          <a:xfrm>
            <a:off x="7856483" y="1766450"/>
            <a:ext cx="914400" cy="914400"/>
          </a:xfrm>
          <a:prstGeom prst="ellipse">
            <a:avLst/>
          </a:prstGeom>
          <a:solidFill>
            <a:schemeClr val="bg1">
              <a:lumMod val="75000"/>
            </a:schemeClr>
          </a:solidFill>
        </p:spPr>
        <p:txBody>
          <a:bodyPr/>
          <a:lstStyle>
            <a:lvl1pPr marL="0" indent="0">
              <a:buNone/>
              <a:defRPr sz="1200"/>
            </a:lvl1pPr>
          </a:lstStyle>
          <a:p>
            <a:endParaRPr lang="en-US"/>
          </a:p>
        </p:txBody>
      </p:sp>
      <p:sp>
        <p:nvSpPr>
          <p:cNvPr id="9" name="Picture Placeholder 6">
            <a:extLst>
              <a:ext uri="{FF2B5EF4-FFF2-40B4-BE49-F238E27FC236}">
                <a16:creationId xmlns:a16="http://schemas.microsoft.com/office/drawing/2014/main" id="{110DDF1E-338A-91F2-F878-3864F642F862}"/>
              </a:ext>
            </a:extLst>
          </p:cNvPr>
          <p:cNvSpPr>
            <a:spLocks noGrp="1"/>
          </p:cNvSpPr>
          <p:nvPr>
            <p:ph type="pic" sz="quarter" idx="14"/>
          </p:nvPr>
        </p:nvSpPr>
        <p:spPr>
          <a:xfrm>
            <a:off x="10074166" y="1766450"/>
            <a:ext cx="914400" cy="914400"/>
          </a:xfrm>
          <a:prstGeom prst="ellipse">
            <a:avLst/>
          </a:prstGeom>
          <a:solidFill>
            <a:schemeClr val="bg1">
              <a:lumMod val="75000"/>
            </a:schemeClr>
          </a:solidFill>
        </p:spPr>
        <p:txBody>
          <a:bodyPr/>
          <a:lstStyle>
            <a:lvl1pPr marL="0" indent="0">
              <a:buNone/>
              <a:defRPr sz="1200"/>
            </a:lvl1pPr>
          </a:lstStyle>
          <a:p>
            <a:endParaRPr lang="en-US"/>
          </a:p>
        </p:txBody>
      </p:sp>
      <p:sp>
        <p:nvSpPr>
          <p:cNvPr id="10" name="Picture Placeholder 6">
            <a:extLst>
              <a:ext uri="{FF2B5EF4-FFF2-40B4-BE49-F238E27FC236}">
                <a16:creationId xmlns:a16="http://schemas.microsoft.com/office/drawing/2014/main" id="{1125800C-D759-F962-BA42-DBC1422A20EA}"/>
              </a:ext>
            </a:extLst>
          </p:cNvPr>
          <p:cNvSpPr>
            <a:spLocks noGrp="1"/>
          </p:cNvSpPr>
          <p:nvPr>
            <p:ph type="pic" sz="quarter" idx="15"/>
          </p:nvPr>
        </p:nvSpPr>
        <p:spPr>
          <a:xfrm>
            <a:off x="6742386" y="3719951"/>
            <a:ext cx="914400" cy="914400"/>
          </a:xfrm>
          <a:prstGeom prst="ellipse">
            <a:avLst/>
          </a:prstGeom>
          <a:solidFill>
            <a:schemeClr val="bg1">
              <a:lumMod val="75000"/>
            </a:schemeClr>
          </a:solidFill>
        </p:spPr>
        <p:txBody>
          <a:bodyPr/>
          <a:lstStyle>
            <a:lvl1pPr marL="0" indent="0">
              <a:buNone/>
              <a:defRPr sz="1200"/>
            </a:lvl1pPr>
          </a:lstStyle>
          <a:p>
            <a:endParaRPr lang="en-US"/>
          </a:p>
        </p:txBody>
      </p:sp>
      <p:sp>
        <p:nvSpPr>
          <p:cNvPr id="11" name="Picture Placeholder 6">
            <a:extLst>
              <a:ext uri="{FF2B5EF4-FFF2-40B4-BE49-F238E27FC236}">
                <a16:creationId xmlns:a16="http://schemas.microsoft.com/office/drawing/2014/main" id="{299F51BC-C5F1-E67A-612D-4B880CC63A84}"/>
              </a:ext>
            </a:extLst>
          </p:cNvPr>
          <p:cNvSpPr>
            <a:spLocks noGrp="1"/>
          </p:cNvSpPr>
          <p:nvPr>
            <p:ph type="pic" sz="quarter" idx="16"/>
          </p:nvPr>
        </p:nvSpPr>
        <p:spPr>
          <a:xfrm>
            <a:off x="4524703" y="3719951"/>
            <a:ext cx="914400" cy="914400"/>
          </a:xfrm>
          <a:prstGeom prst="ellipse">
            <a:avLst/>
          </a:prstGeom>
          <a:solidFill>
            <a:schemeClr val="bg1">
              <a:lumMod val="75000"/>
            </a:schemeClr>
          </a:solidFill>
        </p:spPr>
        <p:txBody>
          <a:bodyPr/>
          <a:lstStyle>
            <a:lvl1pPr marL="0" indent="0">
              <a:buNone/>
              <a:defRPr sz="1200"/>
            </a:lvl1pPr>
          </a:lstStyle>
          <a:p>
            <a:endParaRPr lang="en-US"/>
          </a:p>
        </p:txBody>
      </p:sp>
      <p:sp>
        <p:nvSpPr>
          <p:cNvPr id="12" name="Picture Placeholder 6">
            <a:extLst>
              <a:ext uri="{FF2B5EF4-FFF2-40B4-BE49-F238E27FC236}">
                <a16:creationId xmlns:a16="http://schemas.microsoft.com/office/drawing/2014/main" id="{8085A3D7-0476-DEB8-6015-7E814B6F1CFE}"/>
              </a:ext>
            </a:extLst>
          </p:cNvPr>
          <p:cNvSpPr>
            <a:spLocks noGrp="1"/>
          </p:cNvSpPr>
          <p:nvPr>
            <p:ph type="pic" sz="quarter" idx="17"/>
          </p:nvPr>
        </p:nvSpPr>
        <p:spPr>
          <a:xfrm>
            <a:off x="2307021" y="3719951"/>
            <a:ext cx="914400" cy="914400"/>
          </a:xfrm>
          <a:prstGeom prst="ellipse">
            <a:avLst/>
          </a:prstGeom>
          <a:solidFill>
            <a:schemeClr val="bg1">
              <a:lumMod val="75000"/>
            </a:schemeClr>
          </a:solidFill>
        </p:spPr>
        <p:txBody>
          <a:bodyPr/>
          <a:lstStyle>
            <a:lvl1pPr marL="0" indent="0">
              <a:buNone/>
              <a:defRPr sz="1200"/>
            </a:lvl1pPr>
          </a:lstStyle>
          <a:p>
            <a:endParaRPr lang="en-US"/>
          </a:p>
        </p:txBody>
      </p:sp>
      <p:sp>
        <p:nvSpPr>
          <p:cNvPr id="13" name="Picture Placeholder 6">
            <a:extLst>
              <a:ext uri="{FF2B5EF4-FFF2-40B4-BE49-F238E27FC236}">
                <a16:creationId xmlns:a16="http://schemas.microsoft.com/office/drawing/2014/main" id="{13ED6B4A-D702-DFA6-8D6A-DBA7D03AEB5A}"/>
              </a:ext>
            </a:extLst>
          </p:cNvPr>
          <p:cNvSpPr>
            <a:spLocks noGrp="1"/>
          </p:cNvSpPr>
          <p:nvPr>
            <p:ph type="pic" sz="quarter" idx="18"/>
          </p:nvPr>
        </p:nvSpPr>
        <p:spPr>
          <a:xfrm>
            <a:off x="8960069" y="3719951"/>
            <a:ext cx="914400" cy="914400"/>
          </a:xfrm>
          <a:prstGeom prst="ellipse">
            <a:avLst/>
          </a:prstGeom>
          <a:solidFill>
            <a:schemeClr val="bg1">
              <a:lumMod val="75000"/>
            </a:schemeClr>
          </a:solidFill>
        </p:spPr>
        <p:txBody>
          <a:bodyPr/>
          <a:lstStyle>
            <a:lvl1pPr marL="0" indent="0">
              <a:buNone/>
              <a:defRPr sz="1200"/>
            </a:lvl1pPr>
          </a:lstStyle>
          <a:p>
            <a:endParaRPr lang="en-US"/>
          </a:p>
        </p:txBody>
      </p:sp>
      <p:sp>
        <p:nvSpPr>
          <p:cNvPr id="28" name="Text Placeholder 27">
            <a:extLst>
              <a:ext uri="{FF2B5EF4-FFF2-40B4-BE49-F238E27FC236}">
                <a16:creationId xmlns:a16="http://schemas.microsoft.com/office/drawing/2014/main" id="{F7B5D588-AD86-E62D-6719-79A2CF8C21F7}"/>
              </a:ext>
            </a:extLst>
          </p:cNvPr>
          <p:cNvSpPr>
            <a:spLocks noGrp="1"/>
          </p:cNvSpPr>
          <p:nvPr>
            <p:ph type="body" sz="quarter" idx="32" hasCustomPrompt="1"/>
          </p:nvPr>
        </p:nvSpPr>
        <p:spPr>
          <a:xfrm>
            <a:off x="574785" y="2782779"/>
            <a:ext cx="2171700" cy="693738"/>
          </a:xfrm>
          <a:prstGeom prst="rect">
            <a:avLst/>
          </a:prstGeom>
        </p:spPr>
        <p:txBody>
          <a:bodyPr/>
          <a:lstStyle>
            <a:lvl1pPr marL="0" indent="0" algn="ctr">
              <a:buNone/>
              <a:defRPr sz="1600"/>
            </a:lvl1pPr>
            <a:lvl2pPr marL="9525" indent="0" algn="ctr">
              <a:buNone/>
              <a:tabLst/>
              <a:defRPr sz="1600">
                <a:solidFill>
                  <a:schemeClr val="bg1">
                    <a:lumMod val="50000"/>
                  </a:schemeClr>
                </a:solidFill>
              </a:defRPr>
            </a:lvl2pPr>
            <a:lvl3pPr marL="914400" indent="0" algn="ctr">
              <a:buNone/>
              <a:defRPr sz="1600"/>
            </a:lvl3pPr>
            <a:lvl4pPr marL="1371600" indent="0" algn="ctr">
              <a:buNone/>
              <a:defRPr sz="1600"/>
            </a:lvl4pPr>
            <a:lvl5pPr marL="1828800" indent="0" algn="ctr">
              <a:buNone/>
              <a:defRPr sz="1600"/>
            </a:lvl5pPr>
          </a:lstStyle>
          <a:p>
            <a:pPr lvl="0"/>
            <a:r>
              <a:rPr lang="en-US" dirty="0" err="1"/>
              <a:t>Firstname</a:t>
            </a:r>
            <a:r>
              <a:rPr lang="en-US" dirty="0"/>
              <a:t> Lastname</a:t>
            </a:r>
          </a:p>
          <a:p>
            <a:pPr lvl="1"/>
            <a:r>
              <a:rPr lang="en-US" dirty="0"/>
              <a:t>Role</a:t>
            </a:r>
          </a:p>
        </p:txBody>
      </p:sp>
      <p:sp>
        <p:nvSpPr>
          <p:cNvPr id="29" name="Text Placeholder 27">
            <a:extLst>
              <a:ext uri="{FF2B5EF4-FFF2-40B4-BE49-F238E27FC236}">
                <a16:creationId xmlns:a16="http://schemas.microsoft.com/office/drawing/2014/main" id="{0F101EF8-C554-DE1D-12FB-736BAC4F03CB}"/>
              </a:ext>
            </a:extLst>
          </p:cNvPr>
          <p:cNvSpPr>
            <a:spLocks noGrp="1"/>
          </p:cNvSpPr>
          <p:nvPr>
            <p:ph type="body" sz="quarter" idx="33" hasCustomPrompt="1"/>
          </p:nvPr>
        </p:nvSpPr>
        <p:spPr>
          <a:xfrm>
            <a:off x="2792468" y="2782779"/>
            <a:ext cx="2171700" cy="693738"/>
          </a:xfrm>
          <a:prstGeom prst="rect">
            <a:avLst/>
          </a:prstGeom>
        </p:spPr>
        <p:txBody>
          <a:bodyPr/>
          <a:lstStyle>
            <a:lvl1pPr marL="0" indent="0" algn="ctr">
              <a:buNone/>
              <a:defRPr sz="1600"/>
            </a:lvl1pPr>
            <a:lvl2pPr marL="9525" indent="0" algn="ctr">
              <a:buNone/>
              <a:tabLst/>
              <a:defRPr sz="1600">
                <a:solidFill>
                  <a:schemeClr val="bg1">
                    <a:lumMod val="50000"/>
                  </a:schemeClr>
                </a:solidFill>
              </a:defRPr>
            </a:lvl2pPr>
            <a:lvl3pPr marL="914400" indent="0" algn="ctr">
              <a:buNone/>
              <a:defRPr sz="1600"/>
            </a:lvl3pPr>
            <a:lvl4pPr marL="1371600" indent="0" algn="ctr">
              <a:buNone/>
              <a:defRPr sz="1600"/>
            </a:lvl4pPr>
            <a:lvl5pPr marL="1828800" indent="0" algn="ctr">
              <a:buNone/>
              <a:defRPr sz="1600"/>
            </a:lvl5pPr>
          </a:lstStyle>
          <a:p>
            <a:pPr lvl="0"/>
            <a:r>
              <a:rPr lang="en-US" dirty="0" err="1"/>
              <a:t>Firstname</a:t>
            </a:r>
            <a:r>
              <a:rPr lang="en-US" dirty="0"/>
              <a:t> Lastname</a:t>
            </a:r>
          </a:p>
          <a:p>
            <a:pPr lvl="1"/>
            <a:r>
              <a:rPr lang="en-US" dirty="0"/>
              <a:t>Role</a:t>
            </a:r>
          </a:p>
        </p:txBody>
      </p:sp>
      <p:sp>
        <p:nvSpPr>
          <p:cNvPr id="30" name="Text Placeholder 27">
            <a:extLst>
              <a:ext uri="{FF2B5EF4-FFF2-40B4-BE49-F238E27FC236}">
                <a16:creationId xmlns:a16="http://schemas.microsoft.com/office/drawing/2014/main" id="{FC09F6CC-E197-2C84-BDB5-81834C940832}"/>
              </a:ext>
            </a:extLst>
          </p:cNvPr>
          <p:cNvSpPr>
            <a:spLocks noGrp="1"/>
          </p:cNvSpPr>
          <p:nvPr>
            <p:ph type="body" sz="quarter" idx="34" hasCustomPrompt="1"/>
          </p:nvPr>
        </p:nvSpPr>
        <p:spPr>
          <a:xfrm>
            <a:off x="5010151" y="2782779"/>
            <a:ext cx="2171700" cy="693738"/>
          </a:xfrm>
          <a:prstGeom prst="rect">
            <a:avLst/>
          </a:prstGeom>
        </p:spPr>
        <p:txBody>
          <a:bodyPr/>
          <a:lstStyle>
            <a:lvl1pPr marL="0" indent="0" algn="ctr">
              <a:buNone/>
              <a:defRPr sz="1600"/>
            </a:lvl1pPr>
            <a:lvl2pPr marL="9525" indent="0" algn="ctr">
              <a:buNone/>
              <a:tabLst/>
              <a:defRPr sz="1600">
                <a:solidFill>
                  <a:schemeClr val="bg1">
                    <a:lumMod val="50000"/>
                  </a:schemeClr>
                </a:solidFill>
              </a:defRPr>
            </a:lvl2pPr>
            <a:lvl3pPr marL="914400" indent="0" algn="ctr">
              <a:buNone/>
              <a:defRPr sz="1600"/>
            </a:lvl3pPr>
            <a:lvl4pPr marL="1371600" indent="0" algn="ctr">
              <a:buNone/>
              <a:defRPr sz="1600"/>
            </a:lvl4pPr>
            <a:lvl5pPr marL="1828800" indent="0" algn="ctr">
              <a:buNone/>
              <a:defRPr sz="1600"/>
            </a:lvl5pPr>
          </a:lstStyle>
          <a:p>
            <a:pPr lvl="0"/>
            <a:r>
              <a:rPr lang="en-US" dirty="0" err="1"/>
              <a:t>Firstname</a:t>
            </a:r>
            <a:r>
              <a:rPr lang="en-US" dirty="0"/>
              <a:t> Lastname</a:t>
            </a:r>
          </a:p>
          <a:p>
            <a:pPr lvl="1"/>
            <a:r>
              <a:rPr lang="en-US" dirty="0"/>
              <a:t>Role</a:t>
            </a:r>
          </a:p>
        </p:txBody>
      </p:sp>
      <p:sp>
        <p:nvSpPr>
          <p:cNvPr id="31" name="Text Placeholder 27">
            <a:extLst>
              <a:ext uri="{FF2B5EF4-FFF2-40B4-BE49-F238E27FC236}">
                <a16:creationId xmlns:a16="http://schemas.microsoft.com/office/drawing/2014/main" id="{6D888DCA-6248-C719-B9CD-F158334B0F68}"/>
              </a:ext>
            </a:extLst>
          </p:cNvPr>
          <p:cNvSpPr>
            <a:spLocks noGrp="1"/>
          </p:cNvSpPr>
          <p:nvPr>
            <p:ph type="body" sz="quarter" idx="35" hasCustomPrompt="1"/>
          </p:nvPr>
        </p:nvSpPr>
        <p:spPr>
          <a:xfrm>
            <a:off x="7227832" y="2782779"/>
            <a:ext cx="2171700" cy="693738"/>
          </a:xfrm>
          <a:prstGeom prst="rect">
            <a:avLst/>
          </a:prstGeom>
        </p:spPr>
        <p:txBody>
          <a:bodyPr/>
          <a:lstStyle>
            <a:lvl1pPr marL="0" indent="0" algn="ctr">
              <a:buNone/>
              <a:defRPr sz="1600"/>
            </a:lvl1pPr>
            <a:lvl2pPr marL="9525" indent="0" algn="ctr">
              <a:buNone/>
              <a:tabLst/>
              <a:defRPr sz="1600">
                <a:solidFill>
                  <a:schemeClr val="bg1">
                    <a:lumMod val="50000"/>
                  </a:schemeClr>
                </a:solidFill>
              </a:defRPr>
            </a:lvl2pPr>
            <a:lvl3pPr marL="914400" indent="0" algn="ctr">
              <a:buNone/>
              <a:defRPr sz="1600"/>
            </a:lvl3pPr>
            <a:lvl4pPr marL="1371600" indent="0" algn="ctr">
              <a:buNone/>
              <a:defRPr sz="1600"/>
            </a:lvl4pPr>
            <a:lvl5pPr marL="1828800" indent="0" algn="ctr">
              <a:buNone/>
              <a:defRPr sz="1600"/>
            </a:lvl5pPr>
          </a:lstStyle>
          <a:p>
            <a:pPr lvl="0"/>
            <a:r>
              <a:rPr lang="en-US" dirty="0" err="1"/>
              <a:t>Firstname</a:t>
            </a:r>
            <a:r>
              <a:rPr lang="en-US" dirty="0"/>
              <a:t> Lastname</a:t>
            </a:r>
          </a:p>
          <a:p>
            <a:pPr lvl="1"/>
            <a:r>
              <a:rPr lang="en-US" dirty="0"/>
              <a:t>Role</a:t>
            </a:r>
          </a:p>
        </p:txBody>
      </p:sp>
      <p:sp>
        <p:nvSpPr>
          <p:cNvPr id="32" name="Text Placeholder 27">
            <a:extLst>
              <a:ext uri="{FF2B5EF4-FFF2-40B4-BE49-F238E27FC236}">
                <a16:creationId xmlns:a16="http://schemas.microsoft.com/office/drawing/2014/main" id="{6B18A580-4D50-E6FA-8E24-FE3FC8DBAA39}"/>
              </a:ext>
            </a:extLst>
          </p:cNvPr>
          <p:cNvSpPr>
            <a:spLocks noGrp="1"/>
          </p:cNvSpPr>
          <p:nvPr>
            <p:ph type="body" sz="quarter" idx="36" hasCustomPrompt="1"/>
          </p:nvPr>
        </p:nvSpPr>
        <p:spPr>
          <a:xfrm>
            <a:off x="9445515" y="2782779"/>
            <a:ext cx="2171700" cy="693738"/>
          </a:xfrm>
          <a:prstGeom prst="rect">
            <a:avLst/>
          </a:prstGeom>
        </p:spPr>
        <p:txBody>
          <a:bodyPr/>
          <a:lstStyle>
            <a:lvl1pPr marL="0" indent="0" algn="ctr">
              <a:buNone/>
              <a:defRPr sz="1600"/>
            </a:lvl1pPr>
            <a:lvl2pPr marL="9525" indent="0" algn="ctr">
              <a:buNone/>
              <a:tabLst/>
              <a:defRPr sz="1600">
                <a:solidFill>
                  <a:schemeClr val="bg1">
                    <a:lumMod val="50000"/>
                  </a:schemeClr>
                </a:solidFill>
              </a:defRPr>
            </a:lvl2pPr>
            <a:lvl3pPr marL="914400" indent="0" algn="ctr">
              <a:buNone/>
              <a:defRPr sz="1600"/>
            </a:lvl3pPr>
            <a:lvl4pPr marL="1371600" indent="0" algn="ctr">
              <a:buNone/>
              <a:defRPr sz="1600"/>
            </a:lvl4pPr>
            <a:lvl5pPr marL="1828800" indent="0" algn="ctr">
              <a:buNone/>
              <a:defRPr sz="1600"/>
            </a:lvl5pPr>
          </a:lstStyle>
          <a:p>
            <a:pPr lvl="0"/>
            <a:r>
              <a:rPr lang="en-US" dirty="0" err="1"/>
              <a:t>Firstname</a:t>
            </a:r>
            <a:r>
              <a:rPr lang="en-US" dirty="0"/>
              <a:t> Lastname</a:t>
            </a:r>
          </a:p>
          <a:p>
            <a:pPr lvl="1"/>
            <a:r>
              <a:rPr lang="en-US" dirty="0"/>
              <a:t>Role</a:t>
            </a:r>
          </a:p>
        </p:txBody>
      </p:sp>
      <p:sp>
        <p:nvSpPr>
          <p:cNvPr id="33" name="Text Placeholder 27">
            <a:extLst>
              <a:ext uri="{FF2B5EF4-FFF2-40B4-BE49-F238E27FC236}">
                <a16:creationId xmlns:a16="http://schemas.microsoft.com/office/drawing/2014/main" id="{9AB0CCD9-8FF9-9A23-8FD8-D7E7F4033516}"/>
              </a:ext>
            </a:extLst>
          </p:cNvPr>
          <p:cNvSpPr>
            <a:spLocks noGrp="1"/>
          </p:cNvSpPr>
          <p:nvPr>
            <p:ph type="body" sz="quarter" idx="37" hasCustomPrompt="1"/>
          </p:nvPr>
        </p:nvSpPr>
        <p:spPr>
          <a:xfrm>
            <a:off x="1678372" y="4727193"/>
            <a:ext cx="2171700" cy="693738"/>
          </a:xfrm>
          <a:prstGeom prst="rect">
            <a:avLst/>
          </a:prstGeom>
        </p:spPr>
        <p:txBody>
          <a:bodyPr/>
          <a:lstStyle>
            <a:lvl1pPr marL="0" indent="0" algn="ctr">
              <a:buNone/>
              <a:defRPr sz="1600"/>
            </a:lvl1pPr>
            <a:lvl2pPr marL="9525" indent="0" algn="ctr">
              <a:buNone/>
              <a:tabLst/>
              <a:defRPr sz="1600">
                <a:solidFill>
                  <a:schemeClr val="bg1">
                    <a:lumMod val="50000"/>
                  </a:schemeClr>
                </a:solidFill>
              </a:defRPr>
            </a:lvl2pPr>
            <a:lvl3pPr marL="914400" indent="0" algn="ctr">
              <a:buNone/>
              <a:defRPr sz="1600"/>
            </a:lvl3pPr>
            <a:lvl4pPr marL="1371600" indent="0" algn="ctr">
              <a:buNone/>
              <a:defRPr sz="1600"/>
            </a:lvl4pPr>
            <a:lvl5pPr marL="1828800" indent="0" algn="ctr">
              <a:buNone/>
              <a:defRPr sz="1600"/>
            </a:lvl5pPr>
          </a:lstStyle>
          <a:p>
            <a:pPr lvl="0"/>
            <a:r>
              <a:rPr lang="en-US" dirty="0" err="1"/>
              <a:t>Firstname</a:t>
            </a:r>
            <a:r>
              <a:rPr lang="en-US" dirty="0"/>
              <a:t> Lastname</a:t>
            </a:r>
          </a:p>
          <a:p>
            <a:pPr lvl="1"/>
            <a:r>
              <a:rPr lang="en-US" dirty="0"/>
              <a:t>Role</a:t>
            </a:r>
          </a:p>
        </p:txBody>
      </p:sp>
      <p:sp>
        <p:nvSpPr>
          <p:cNvPr id="34" name="Text Placeholder 27">
            <a:extLst>
              <a:ext uri="{FF2B5EF4-FFF2-40B4-BE49-F238E27FC236}">
                <a16:creationId xmlns:a16="http://schemas.microsoft.com/office/drawing/2014/main" id="{DC535531-973E-854A-3C7F-B597CDBCD704}"/>
              </a:ext>
            </a:extLst>
          </p:cNvPr>
          <p:cNvSpPr>
            <a:spLocks noGrp="1"/>
          </p:cNvSpPr>
          <p:nvPr>
            <p:ph type="body" sz="quarter" idx="38" hasCustomPrompt="1"/>
          </p:nvPr>
        </p:nvSpPr>
        <p:spPr>
          <a:xfrm>
            <a:off x="3896055" y="4727193"/>
            <a:ext cx="2171700" cy="693738"/>
          </a:xfrm>
          <a:prstGeom prst="rect">
            <a:avLst/>
          </a:prstGeom>
        </p:spPr>
        <p:txBody>
          <a:bodyPr/>
          <a:lstStyle>
            <a:lvl1pPr marL="0" indent="0" algn="ctr">
              <a:buNone/>
              <a:defRPr sz="1600"/>
            </a:lvl1pPr>
            <a:lvl2pPr marL="9525" indent="0" algn="ctr">
              <a:buNone/>
              <a:tabLst/>
              <a:defRPr sz="1600">
                <a:solidFill>
                  <a:schemeClr val="bg1">
                    <a:lumMod val="50000"/>
                  </a:schemeClr>
                </a:solidFill>
              </a:defRPr>
            </a:lvl2pPr>
            <a:lvl3pPr marL="914400" indent="0" algn="ctr">
              <a:buNone/>
              <a:defRPr sz="1600"/>
            </a:lvl3pPr>
            <a:lvl4pPr marL="1371600" indent="0" algn="ctr">
              <a:buNone/>
              <a:defRPr sz="1600"/>
            </a:lvl4pPr>
            <a:lvl5pPr marL="1828800" indent="0" algn="ctr">
              <a:buNone/>
              <a:defRPr sz="1600"/>
            </a:lvl5pPr>
          </a:lstStyle>
          <a:p>
            <a:pPr lvl="0"/>
            <a:r>
              <a:rPr lang="en-US" dirty="0" err="1"/>
              <a:t>Firstname</a:t>
            </a:r>
            <a:r>
              <a:rPr lang="en-US" dirty="0"/>
              <a:t> Lastname</a:t>
            </a:r>
          </a:p>
          <a:p>
            <a:pPr lvl="1"/>
            <a:r>
              <a:rPr lang="en-US" dirty="0"/>
              <a:t>Role</a:t>
            </a:r>
          </a:p>
        </p:txBody>
      </p:sp>
      <p:sp>
        <p:nvSpPr>
          <p:cNvPr id="35" name="Text Placeholder 27">
            <a:extLst>
              <a:ext uri="{FF2B5EF4-FFF2-40B4-BE49-F238E27FC236}">
                <a16:creationId xmlns:a16="http://schemas.microsoft.com/office/drawing/2014/main" id="{FB88CE45-0E27-F118-436F-52F4A4257F43}"/>
              </a:ext>
            </a:extLst>
          </p:cNvPr>
          <p:cNvSpPr>
            <a:spLocks noGrp="1"/>
          </p:cNvSpPr>
          <p:nvPr>
            <p:ph type="body" sz="quarter" idx="39" hasCustomPrompt="1"/>
          </p:nvPr>
        </p:nvSpPr>
        <p:spPr>
          <a:xfrm>
            <a:off x="6113737" y="4727193"/>
            <a:ext cx="2171700" cy="693738"/>
          </a:xfrm>
          <a:prstGeom prst="rect">
            <a:avLst/>
          </a:prstGeom>
        </p:spPr>
        <p:txBody>
          <a:bodyPr/>
          <a:lstStyle>
            <a:lvl1pPr marL="0" indent="0" algn="ctr">
              <a:buNone/>
              <a:defRPr sz="1600"/>
            </a:lvl1pPr>
            <a:lvl2pPr marL="9525" indent="0" algn="ctr">
              <a:buNone/>
              <a:tabLst/>
              <a:defRPr sz="1600">
                <a:solidFill>
                  <a:schemeClr val="bg1">
                    <a:lumMod val="50000"/>
                  </a:schemeClr>
                </a:solidFill>
              </a:defRPr>
            </a:lvl2pPr>
            <a:lvl3pPr marL="914400" indent="0" algn="ctr">
              <a:buNone/>
              <a:defRPr sz="1600"/>
            </a:lvl3pPr>
            <a:lvl4pPr marL="1371600" indent="0" algn="ctr">
              <a:buNone/>
              <a:defRPr sz="1600"/>
            </a:lvl4pPr>
            <a:lvl5pPr marL="1828800" indent="0" algn="ctr">
              <a:buNone/>
              <a:defRPr sz="1600"/>
            </a:lvl5pPr>
          </a:lstStyle>
          <a:p>
            <a:pPr lvl="0"/>
            <a:r>
              <a:rPr lang="en-US" dirty="0" err="1"/>
              <a:t>Firstname</a:t>
            </a:r>
            <a:r>
              <a:rPr lang="en-US" dirty="0"/>
              <a:t> Lastname</a:t>
            </a:r>
          </a:p>
          <a:p>
            <a:pPr lvl="1"/>
            <a:r>
              <a:rPr lang="en-US" dirty="0"/>
              <a:t>Role</a:t>
            </a:r>
          </a:p>
        </p:txBody>
      </p:sp>
      <p:sp>
        <p:nvSpPr>
          <p:cNvPr id="36" name="Text Placeholder 27">
            <a:extLst>
              <a:ext uri="{FF2B5EF4-FFF2-40B4-BE49-F238E27FC236}">
                <a16:creationId xmlns:a16="http://schemas.microsoft.com/office/drawing/2014/main" id="{060C667C-549C-2764-5E8C-E9B5A5F13F47}"/>
              </a:ext>
            </a:extLst>
          </p:cNvPr>
          <p:cNvSpPr>
            <a:spLocks noGrp="1"/>
          </p:cNvSpPr>
          <p:nvPr>
            <p:ph type="body" sz="quarter" idx="40" hasCustomPrompt="1"/>
          </p:nvPr>
        </p:nvSpPr>
        <p:spPr>
          <a:xfrm>
            <a:off x="8331420" y="4727193"/>
            <a:ext cx="2171700" cy="693738"/>
          </a:xfrm>
          <a:prstGeom prst="rect">
            <a:avLst/>
          </a:prstGeom>
        </p:spPr>
        <p:txBody>
          <a:bodyPr/>
          <a:lstStyle>
            <a:lvl1pPr marL="0" indent="0" algn="ctr">
              <a:buNone/>
              <a:defRPr sz="1600"/>
            </a:lvl1pPr>
            <a:lvl2pPr marL="9525" indent="0" algn="ctr">
              <a:buNone/>
              <a:tabLst/>
              <a:defRPr sz="1600">
                <a:solidFill>
                  <a:schemeClr val="bg1">
                    <a:lumMod val="50000"/>
                  </a:schemeClr>
                </a:solidFill>
              </a:defRPr>
            </a:lvl2pPr>
            <a:lvl3pPr marL="914400" indent="0" algn="ctr">
              <a:buNone/>
              <a:defRPr sz="1600"/>
            </a:lvl3pPr>
            <a:lvl4pPr marL="1371600" indent="0" algn="ctr">
              <a:buNone/>
              <a:defRPr sz="1600"/>
            </a:lvl4pPr>
            <a:lvl5pPr marL="1828800" indent="0" algn="ctr">
              <a:buNone/>
              <a:defRPr sz="1600"/>
            </a:lvl5pPr>
          </a:lstStyle>
          <a:p>
            <a:pPr lvl="0"/>
            <a:r>
              <a:rPr lang="en-US" dirty="0" err="1"/>
              <a:t>Firstname</a:t>
            </a:r>
            <a:r>
              <a:rPr lang="en-US" dirty="0"/>
              <a:t> Lastname</a:t>
            </a:r>
          </a:p>
          <a:p>
            <a:pPr lvl="1"/>
            <a:r>
              <a:rPr lang="en-US" dirty="0"/>
              <a:t>Role</a:t>
            </a:r>
          </a:p>
        </p:txBody>
      </p:sp>
    </p:spTree>
    <p:extLst>
      <p:ext uri="{BB962C8B-B14F-4D97-AF65-F5344CB8AC3E}">
        <p14:creationId xmlns:p14="http://schemas.microsoft.com/office/powerpoint/2010/main" val="70777657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esktop screenshot">
    <p:spTree>
      <p:nvGrpSpPr>
        <p:cNvPr id="1" name=""/>
        <p:cNvGrpSpPr/>
        <p:nvPr/>
      </p:nvGrpSpPr>
      <p:grpSpPr>
        <a:xfrm>
          <a:off x="0" y="0"/>
          <a:ext cx="0" cy="0"/>
          <a:chOff x="0" y="0"/>
          <a:chExt cx="0" cy="0"/>
        </a:xfrm>
      </p:grpSpPr>
      <p:pic>
        <p:nvPicPr>
          <p:cNvPr id="2" name="Picture 1" descr="A computer monitor with a black screen&#10;&#10;AI-generated content may be incorrect.">
            <a:extLst>
              <a:ext uri="{FF2B5EF4-FFF2-40B4-BE49-F238E27FC236}">
                <a16:creationId xmlns:a16="http://schemas.microsoft.com/office/drawing/2014/main" id="{106F6C37-5EFE-6BB9-45D3-0D4E7C46F40D}"/>
              </a:ext>
            </a:extLst>
          </p:cNvPr>
          <p:cNvPicPr>
            <a:picLocks noChangeAspect="1"/>
          </p:cNvPicPr>
          <p:nvPr userDrawn="1"/>
        </p:nvPicPr>
        <p:blipFill>
          <a:blip r:embed="rId2"/>
          <a:srcRect b="10442"/>
          <a:stretch>
            <a:fillRect/>
          </a:stretch>
        </p:blipFill>
        <p:spPr>
          <a:xfrm>
            <a:off x="1966508" y="609600"/>
            <a:ext cx="8258984" cy="6248400"/>
          </a:xfrm>
          <a:prstGeom prst="rect">
            <a:avLst/>
          </a:prstGeom>
        </p:spPr>
      </p:pic>
      <p:sp>
        <p:nvSpPr>
          <p:cNvPr id="5" name="Picture Placeholder 4">
            <a:extLst>
              <a:ext uri="{FF2B5EF4-FFF2-40B4-BE49-F238E27FC236}">
                <a16:creationId xmlns:a16="http://schemas.microsoft.com/office/drawing/2014/main" id="{7D7E5AEF-66F9-02E2-28F3-370AF8502561}"/>
              </a:ext>
            </a:extLst>
          </p:cNvPr>
          <p:cNvSpPr>
            <a:spLocks noGrp="1"/>
          </p:cNvSpPr>
          <p:nvPr>
            <p:ph type="pic" sz="quarter" idx="10"/>
          </p:nvPr>
        </p:nvSpPr>
        <p:spPr>
          <a:xfrm>
            <a:off x="2189163" y="814508"/>
            <a:ext cx="7815262" cy="4395667"/>
          </a:xfrm>
          <a:prstGeom prst="rect">
            <a:avLst/>
          </a:prstGeom>
          <a:solidFill>
            <a:schemeClr val="tx1">
              <a:lumMod val="50000"/>
              <a:lumOff val="50000"/>
            </a:schemeClr>
          </a:solidFill>
        </p:spPr>
        <p:txBody>
          <a:bodyPr/>
          <a:lstStyle>
            <a:lvl1pPr marL="0" indent="0">
              <a:buNone/>
              <a:defRPr sz="1800"/>
            </a:lvl1pPr>
          </a:lstStyle>
          <a:p>
            <a:endParaRPr lang="en-US" dirty="0"/>
          </a:p>
        </p:txBody>
      </p:sp>
    </p:spTree>
    <p:extLst>
      <p:ext uri="{BB962C8B-B14F-4D97-AF65-F5344CB8AC3E}">
        <p14:creationId xmlns:p14="http://schemas.microsoft.com/office/powerpoint/2010/main" val="198605110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Desktop + content">
    <p:spTree>
      <p:nvGrpSpPr>
        <p:cNvPr id="1" name=""/>
        <p:cNvGrpSpPr/>
        <p:nvPr/>
      </p:nvGrpSpPr>
      <p:grpSpPr>
        <a:xfrm>
          <a:off x="0" y="0"/>
          <a:ext cx="0" cy="0"/>
          <a:chOff x="0" y="0"/>
          <a:chExt cx="0" cy="0"/>
        </a:xfrm>
      </p:grpSpPr>
      <p:pic>
        <p:nvPicPr>
          <p:cNvPr id="2" name="Picture 1" descr="A computer monitor with a black screen&#10;&#10;AI-generated content may be incorrect.">
            <a:extLst>
              <a:ext uri="{FF2B5EF4-FFF2-40B4-BE49-F238E27FC236}">
                <a16:creationId xmlns:a16="http://schemas.microsoft.com/office/drawing/2014/main" id="{106F6C37-5EFE-6BB9-45D3-0D4E7C46F40D}"/>
              </a:ext>
            </a:extLst>
          </p:cNvPr>
          <p:cNvPicPr>
            <a:picLocks noChangeAspect="1"/>
          </p:cNvPicPr>
          <p:nvPr userDrawn="1"/>
        </p:nvPicPr>
        <p:blipFill>
          <a:blip r:embed="rId2"/>
          <a:srcRect b="10442"/>
          <a:stretch>
            <a:fillRect/>
          </a:stretch>
        </p:blipFill>
        <p:spPr>
          <a:xfrm>
            <a:off x="6096000" y="609600"/>
            <a:ext cx="8258984" cy="6248400"/>
          </a:xfrm>
          <a:prstGeom prst="rect">
            <a:avLst/>
          </a:prstGeom>
        </p:spPr>
      </p:pic>
      <p:sp>
        <p:nvSpPr>
          <p:cNvPr id="5" name="Picture Placeholder 4">
            <a:extLst>
              <a:ext uri="{FF2B5EF4-FFF2-40B4-BE49-F238E27FC236}">
                <a16:creationId xmlns:a16="http://schemas.microsoft.com/office/drawing/2014/main" id="{7D7E5AEF-66F9-02E2-28F3-370AF8502561}"/>
              </a:ext>
            </a:extLst>
          </p:cNvPr>
          <p:cNvSpPr>
            <a:spLocks noGrp="1"/>
          </p:cNvSpPr>
          <p:nvPr>
            <p:ph type="pic" sz="quarter" idx="10"/>
          </p:nvPr>
        </p:nvSpPr>
        <p:spPr>
          <a:xfrm>
            <a:off x="6318655" y="814508"/>
            <a:ext cx="7815262" cy="4395667"/>
          </a:xfrm>
          <a:prstGeom prst="rect">
            <a:avLst/>
          </a:prstGeom>
          <a:solidFill>
            <a:schemeClr val="tx1">
              <a:lumMod val="50000"/>
              <a:lumOff val="50000"/>
            </a:schemeClr>
          </a:solidFill>
        </p:spPr>
        <p:txBody>
          <a:bodyPr/>
          <a:lstStyle>
            <a:lvl1pPr marL="0" indent="0">
              <a:buNone/>
              <a:defRPr sz="1800"/>
            </a:lvl1pPr>
          </a:lstStyle>
          <a:p>
            <a:endParaRPr lang="en-US" dirty="0"/>
          </a:p>
        </p:txBody>
      </p:sp>
      <p:sp>
        <p:nvSpPr>
          <p:cNvPr id="3" name="Title Placeholder 1">
            <a:extLst>
              <a:ext uri="{FF2B5EF4-FFF2-40B4-BE49-F238E27FC236}">
                <a16:creationId xmlns:a16="http://schemas.microsoft.com/office/drawing/2014/main" id="{488F1015-596D-F2A8-05BA-6F128284C20F}"/>
              </a:ext>
            </a:extLst>
          </p:cNvPr>
          <p:cNvSpPr>
            <a:spLocks noGrp="1"/>
          </p:cNvSpPr>
          <p:nvPr>
            <p:ph type="title" hasCustomPrompt="1"/>
          </p:nvPr>
        </p:nvSpPr>
        <p:spPr bwMode="auto">
          <a:xfrm>
            <a:off x="609600" y="548258"/>
            <a:ext cx="4899025" cy="773396"/>
          </a:xfrm>
          <a:prstGeom prst="rect">
            <a:avLst/>
          </a:prstGeom>
          <a:noFill/>
          <a:ln>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0" rIns="91440" bIns="45720" numCol="1" anchor="t" anchorCtr="0" compatLnSpc="1">
            <a:prstTxWarp prst="textNoShape">
              <a:avLst/>
            </a:prstTxWarp>
          </a:bodyPr>
          <a:lstStyle>
            <a:lvl1pPr>
              <a:defRPr sz="3200" b="1">
                <a:latin typeface="Arial" panose="020B0604020202020204" pitchFamily="34" charset="0"/>
                <a:cs typeface="Arial" panose="020B0604020202020204" pitchFamily="34" charset="0"/>
              </a:defRPr>
            </a:lvl1pPr>
          </a:lstStyle>
          <a:p>
            <a:pPr lvl="0"/>
            <a:r>
              <a:rPr lang="en-US" dirty="0"/>
              <a:t>Slide title</a:t>
            </a:r>
            <a:endParaRPr dirty="0"/>
          </a:p>
        </p:txBody>
      </p:sp>
      <p:sp>
        <p:nvSpPr>
          <p:cNvPr id="4" name="Text Placeholder 3">
            <a:extLst>
              <a:ext uri="{FF2B5EF4-FFF2-40B4-BE49-F238E27FC236}">
                <a16:creationId xmlns:a16="http://schemas.microsoft.com/office/drawing/2014/main" id="{0E1DF53E-8715-DF0B-36B5-7AF7C6879C98}"/>
              </a:ext>
            </a:extLst>
          </p:cNvPr>
          <p:cNvSpPr>
            <a:spLocks noGrp="1"/>
          </p:cNvSpPr>
          <p:nvPr>
            <p:ph type="body" sz="quarter" idx="12"/>
          </p:nvPr>
        </p:nvSpPr>
        <p:spPr>
          <a:xfrm>
            <a:off x="609600" y="1376363"/>
            <a:ext cx="4899025" cy="4860925"/>
          </a:xfrm>
          <a:prstGeom prst="rect">
            <a:avLst/>
          </a:prstGeom>
        </p:spPr>
        <p:txBody>
          <a:bodyPr lIns="0" rIns="0"/>
          <a:lstStyle>
            <a:lvl1pPr marL="0" indent="0">
              <a:buNone/>
              <a:defRPr sz="1800"/>
            </a:lvl1pPr>
            <a:lvl2pPr marL="233363" indent="-225425">
              <a:tabLst/>
              <a:defRPr sz="1800"/>
            </a:lvl2pPr>
            <a:lvl3pPr marL="457200" indent="-223838">
              <a:tabLst/>
              <a:defRPr sz="1600"/>
            </a:lvl3pPr>
            <a:lvl4pPr marL="690563" indent="-233363">
              <a:tabLst/>
              <a:defRPr sz="1400"/>
            </a:lvl4pPr>
            <a:lvl5pPr marL="914400" indent="-223838">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a:extLst>
              <a:ext uri="{FF2B5EF4-FFF2-40B4-BE49-F238E27FC236}">
                <a16:creationId xmlns:a16="http://schemas.microsoft.com/office/drawing/2014/main" id="{1508BFCD-63AD-4F08-EC3C-852AD833D211}"/>
              </a:ext>
            </a:extLst>
          </p:cNvPr>
          <p:cNvPicPr>
            <a:picLocks noChangeAspect="1"/>
          </p:cNvPicPr>
          <p:nvPr userDrawn="1"/>
        </p:nvPicPr>
        <p:blipFill>
          <a:blip r:embed="rId3"/>
          <a:srcRect/>
          <a:stretch/>
        </p:blipFill>
        <p:spPr>
          <a:xfrm>
            <a:off x="113339" y="6446641"/>
            <a:ext cx="415951" cy="233859"/>
          </a:xfrm>
          <a:prstGeom prst="rect">
            <a:avLst/>
          </a:prstGeom>
        </p:spPr>
      </p:pic>
      <p:sp>
        <p:nvSpPr>
          <p:cNvPr id="7" name="Rectangle 6">
            <a:extLst>
              <a:ext uri="{FF2B5EF4-FFF2-40B4-BE49-F238E27FC236}">
                <a16:creationId xmlns:a16="http://schemas.microsoft.com/office/drawing/2014/main" id="{FCDE9D7E-8E71-1526-D138-7C890BFEC26F}"/>
              </a:ext>
            </a:extLst>
          </p:cNvPr>
          <p:cNvSpPr/>
          <p:nvPr userDrawn="1"/>
        </p:nvSpPr>
        <p:spPr>
          <a:xfrm>
            <a:off x="11589396" y="6520640"/>
            <a:ext cx="464634" cy="215444"/>
          </a:xfrm>
          <a:prstGeom prst="rect">
            <a:avLst/>
          </a:prstGeom>
        </p:spPr>
        <p:txBody>
          <a:bodyPr wrap="square">
            <a:spAutoFit/>
          </a:bodyPr>
          <a:lstStyle/>
          <a:p>
            <a:pPr algn="r"/>
            <a:fld id="{3C1D921F-663F-5D4C-BF56-776C1B867DF7}" type="slidenum">
              <a:rPr lang="en-US" sz="800" baseline="0" smtClean="0">
                <a:solidFill>
                  <a:schemeClr val="tx1">
                    <a:lumMod val="75000"/>
                    <a:lumOff val="25000"/>
                  </a:schemeClr>
                </a:solidFill>
              </a:rPr>
              <a:pPr algn="r"/>
              <a:t>‹#›</a:t>
            </a:fld>
            <a:endParaRPr lang="en-US" sz="800" baseline="0" dirty="0">
              <a:solidFill>
                <a:schemeClr val="tx1">
                  <a:lumMod val="75000"/>
                  <a:lumOff val="25000"/>
                </a:schemeClr>
              </a:solidFill>
            </a:endParaRPr>
          </a:p>
        </p:txBody>
      </p:sp>
    </p:spTree>
    <p:extLst>
      <p:ext uri="{BB962C8B-B14F-4D97-AF65-F5344CB8AC3E}">
        <p14:creationId xmlns:p14="http://schemas.microsoft.com/office/powerpoint/2010/main" val="314451007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Mobile screenshot">
    <p:spTree>
      <p:nvGrpSpPr>
        <p:cNvPr id="1" name=""/>
        <p:cNvGrpSpPr/>
        <p:nvPr/>
      </p:nvGrpSpPr>
      <p:grpSpPr>
        <a:xfrm>
          <a:off x="0" y="0"/>
          <a:ext cx="0" cy="0"/>
          <a:chOff x="0" y="0"/>
          <a:chExt cx="0" cy="0"/>
        </a:xfrm>
      </p:grpSpPr>
      <p:pic>
        <p:nvPicPr>
          <p:cNvPr id="3" name="Picture 2" descr="A black screen with a black background&#10;&#10;AI-generated content may be incorrect.">
            <a:extLst>
              <a:ext uri="{FF2B5EF4-FFF2-40B4-BE49-F238E27FC236}">
                <a16:creationId xmlns:a16="http://schemas.microsoft.com/office/drawing/2014/main" id="{E14E0464-E103-A867-6814-324D311D485B}"/>
              </a:ext>
            </a:extLst>
          </p:cNvPr>
          <p:cNvPicPr>
            <a:picLocks noChangeAspect="1"/>
          </p:cNvPicPr>
          <p:nvPr userDrawn="1"/>
        </p:nvPicPr>
        <p:blipFill>
          <a:blip r:embed="rId2"/>
          <a:stretch>
            <a:fillRect/>
          </a:stretch>
        </p:blipFill>
        <p:spPr>
          <a:xfrm>
            <a:off x="4739175" y="609599"/>
            <a:ext cx="2746127" cy="5638800"/>
          </a:xfrm>
          <a:prstGeom prst="rect">
            <a:avLst/>
          </a:prstGeom>
        </p:spPr>
      </p:pic>
      <p:sp>
        <p:nvSpPr>
          <p:cNvPr id="4" name="Picture Placeholder 4">
            <a:extLst>
              <a:ext uri="{FF2B5EF4-FFF2-40B4-BE49-F238E27FC236}">
                <a16:creationId xmlns:a16="http://schemas.microsoft.com/office/drawing/2014/main" id="{BE7194D7-8577-D870-3C1B-1490ADB7A769}"/>
              </a:ext>
            </a:extLst>
          </p:cNvPr>
          <p:cNvSpPr>
            <a:spLocks noGrp="1"/>
          </p:cNvSpPr>
          <p:nvPr>
            <p:ph type="pic" sz="quarter" idx="10"/>
          </p:nvPr>
        </p:nvSpPr>
        <p:spPr>
          <a:xfrm>
            <a:off x="4856813" y="712033"/>
            <a:ext cx="2510853" cy="5433933"/>
          </a:xfrm>
          <a:prstGeom prst="roundRect">
            <a:avLst>
              <a:gd name="adj" fmla="val 13682"/>
            </a:avLst>
          </a:prstGeom>
          <a:solidFill>
            <a:schemeClr val="tx1">
              <a:lumMod val="50000"/>
              <a:lumOff val="50000"/>
            </a:schemeClr>
          </a:solidFill>
        </p:spPr>
        <p:txBody>
          <a:bodyPr/>
          <a:lstStyle>
            <a:lvl1pPr marL="0" indent="0">
              <a:buNone/>
              <a:defRPr sz="1800"/>
            </a:lvl1pPr>
          </a:lstStyle>
          <a:p>
            <a:endParaRPr lang="en-US" dirty="0"/>
          </a:p>
        </p:txBody>
      </p:sp>
    </p:spTree>
    <p:extLst>
      <p:ext uri="{BB962C8B-B14F-4D97-AF65-F5344CB8AC3E}">
        <p14:creationId xmlns:p14="http://schemas.microsoft.com/office/powerpoint/2010/main" val="85131536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Mobile + content">
    <p:spTree>
      <p:nvGrpSpPr>
        <p:cNvPr id="1" name=""/>
        <p:cNvGrpSpPr/>
        <p:nvPr/>
      </p:nvGrpSpPr>
      <p:grpSpPr>
        <a:xfrm>
          <a:off x="0" y="0"/>
          <a:ext cx="0" cy="0"/>
          <a:chOff x="0" y="0"/>
          <a:chExt cx="0" cy="0"/>
        </a:xfrm>
      </p:grpSpPr>
      <p:pic>
        <p:nvPicPr>
          <p:cNvPr id="3" name="Picture 2" descr="A black screen with a black background&#10;&#10;AI-generated content may be incorrect.">
            <a:extLst>
              <a:ext uri="{FF2B5EF4-FFF2-40B4-BE49-F238E27FC236}">
                <a16:creationId xmlns:a16="http://schemas.microsoft.com/office/drawing/2014/main" id="{E14E0464-E103-A867-6814-324D311D485B}"/>
              </a:ext>
            </a:extLst>
          </p:cNvPr>
          <p:cNvPicPr>
            <a:picLocks noChangeAspect="1"/>
          </p:cNvPicPr>
          <p:nvPr userDrawn="1"/>
        </p:nvPicPr>
        <p:blipFill>
          <a:blip r:embed="rId2"/>
          <a:stretch>
            <a:fillRect/>
          </a:stretch>
        </p:blipFill>
        <p:spPr>
          <a:xfrm>
            <a:off x="7461827" y="609599"/>
            <a:ext cx="2746127" cy="5638800"/>
          </a:xfrm>
          <a:prstGeom prst="rect">
            <a:avLst/>
          </a:prstGeom>
        </p:spPr>
      </p:pic>
      <p:sp>
        <p:nvSpPr>
          <p:cNvPr id="4" name="Picture Placeholder 4">
            <a:extLst>
              <a:ext uri="{FF2B5EF4-FFF2-40B4-BE49-F238E27FC236}">
                <a16:creationId xmlns:a16="http://schemas.microsoft.com/office/drawing/2014/main" id="{BE7194D7-8577-D870-3C1B-1490ADB7A769}"/>
              </a:ext>
            </a:extLst>
          </p:cNvPr>
          <p:cNvSpPr>
            <a:spLocks noGrp="1"/>
          </p:cNvSpPr>
          <p:nvPr>
            <p:ph type="pic" sz="quarter" idx="10"/>
          </p:nvPr>
        </p:nvSpPr>
        <p:spPr>
          <a:xfrm>
            <a:off x="7579465" y="712033"/>
            <a:ext cx="2510853" cy="5433933"/>
          </a:xfrm>
          <a:prstGeom prst="roundRect">
            <a:avLst>
              <a:gd name="adj" fmla="val 13682"/>
            </a:avLst>
          </a:prstGeom>
          <a:solidFill>
            <a:schemeClr val="tx1">
              <a:lumMod val="50000"/>
              <a:lumOff val="50000"/>
            </a:schemeClr>
          </a:solidFill>
        </p:spPr>
        <p:txBody>
          <a:bodyPr/>
          <a:lstStyle>
            <a:lvl1pPr marL="0" indent="0">
              <a:buNone/>
              <a:defRPr sz="1800"/>
            </a:lvl1pPr>
          </a:lstStyle>
          <a:p>
            <a:endParaRPr lang="en-US" dirty="0"/>
          </a:p>
        </p:txBody>
      </p:sp>
      <p:sp>
        <p:nvSpPr>
          <p:cNvPr id="6" name="Title Placeholder 1">
            <a:extLst>
              <a:ext uri="{FF2B5EF4-FFF2-40B4-BE49-F238E27FC236}">
                <a16:creationId xmlns:a16="http://schemas.microsoft.com/office/drawing/2014/main" id="{BEB0B9F6-BFDC-BE0A-9460-412DBDABF2AD}"/>
              </a:ext>
            </a:extLst>
          </p:cNvPr>
          <p:cNvSpPr>
            <a:spLocks noGrp="1"/>
          </p:cNvSpPr>
          <p:nvPr>
            <p:ph type="title" hasCustomPrompt="1"/>
          </p:nvPr>
        </p:nvSpPr>
        <p:spPr bwMode="auto">
          <a:xfrm>
            <a:off x="609600" y="548258"/>
            <a:ext cx="4899025" cy="773396"/>
          </a:xfrm>
          <a:prstGeom prst="rect">
            <a:avLst/>
          </a:prstGeom>
          <a:noFill/>
          <a:ln>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0" rIns="91440" bIns="45720" numCol="1" anchor="t" anchorCtr="0" compatLnSpc="1">
            <a:prstTxWarp prst="textNoShape">
              <a:avLst/>
            </a:prstTxWarp>
          </a:bodyPr>
          <a:lstStyle>
            <a:lvl1pPr>
              <a:defRPr sz="3200" b="1">
                <a:latin typeface="Arial" panose="020B0604020202020204" pitchFamily="34" charset="0"/>
                <a:cs typeface="Arial" panose="020B0604020202020204" pitchFamily="34" charset="0"/>
              </a:defRPr>
            </a:lvl1pPr>
          </a:lstStyle>
          <a:p>
            <a:pPr lvl="0"/>
            <a:r>
              <a:rPr lang="en-US" dirty="0"/>
              <a:t>Slide title</a:t>
            </a:r>
            <a:endParaRPr dirty="0"/>
          </a:p>
        </p:txBody>
      </p:sp>
      <p:sp>
        <p:nvSpPr>
          <p:cNvPr id="7" name="Text Placeholder 3">
            <a:extLst>
              <a:ext uri="{FF2B5EF4-FFF2-40B4-BE49-F238E27FC236}">
                <a16:creationId xmlns:a16="http://schemas.microsoft.com/office/drawing/2014/main" id="{FA778D4F-B06C-D250-5AA6-1AA86FE0CE50}"/>
              </a:ext>
            </a:extLst>
          </p:cNvPr>
          <p:cNvSpPr>
            <a:spLocks noGrp="1"/>
          </p:cNvSpPr>
          <p:nvPr>
            <p:ph type="body" sz="quarter" idx="12"/>
          </p:nvPr>
        </p:nvSpPr>
        <p:spPr>
          <a:xfrm>
            <a:off x="609600" y="1376363"/>
            <a:ext cx="4899025" cy="4860925"/>
          </a:xfrm>
          <a:prstGeom prst="rect">
            <a:avLst/>
          </a:prstGeom>
        </p:spPr>
        <p:txBody>
          <a:bodyPr lIns="0" rIns="0"/>
          <a:lstStyle>
            <a:lvl1pPr marL="0" indent="0">
              <a:buNone/>
              <a:defRPr sz="1800"/>
            </a:lvl1pPr>
            <a:lvl2pPr marL="233363" indent="-225425">
              <a:tabLst/>
              <a:defRPr sz="1800"/>
            </a:lvl2pPr>
            <a:lvl3pPr marL="457200" indent="-223838">
              <a:tabLst/>
              <a:defRPr sz="1600"/>
            </a:lvl3pPr>
            <a:lvl4pPr marL="690563" indent="-233363">
              <a:tabLst/>
              <a:defRPr sz="1400"/>
            </a:lvl4pPr>
            <a:lvl5pPr marL="914400" indent="-223838">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73108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Back cover">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C765B62-3A84-7887-A25B-0B5F7EEA231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5" name="TextBox 4">
            <a:extLst>
              <a:ext uri="{FF2B5EF4-FFF2-40B4-BE49-F238E27FC236}">
                <a16:creationId xmlns:a16="http://schemas.microsoft.com/office/drawing/2014/main" id="{7DF30F74-3239-434D-FDF8-F6EC8D561224}"/>
              </a:ext>
            </a:extLst>
          </p:cNvPr>
          <p:cNvSpPr txBox="1"/>
          <p:nvPr userDrawn="1"/>
        </p:nvSpPr>
        <p:spPr>
          <a:xfrm>
            <a:off x="3540177" y="6057569"/>
            <a:ext cx="5111645" cy="246221"/>
          </a:xfrm>
          <a:prstGeom prst="rect">
            <a:avLst/>
          </a:prstGeom>
          <a:noFill/>
        </p:spPr>
        <p:txBody>
          <a:bodyPr wrap="square" rtlCol="0">
            <a:spAutoFit/>
          </a:bodyPr>
          <a:lstStyle/>
          <a:p>
            <a:pPr algn="ctr"/>
            <a:r>
              <a:rPr lang="en-US" sz="1000" baseline="0" dirty="0" err="1">
                <a:solidFill>
                  <a:schemeClr val="tx1">
                    <a:lumMod val="65000"/>
                    <a:lumOff val="35000"/>
                  </a:schemeClr>
                </a:solidFill>
                <a:effectLst/>
              </a:rPr>
              <a:t>opentext.com</a:t>
            </a:r>
            <a:r>
              <a:rPr lang="en-US" sz="1000" baseline="0" dirty="0">
                <a:solidFill>
                  <a:schemeClr val="tx1">
                    <a:lumMod val="65000"/>
                    <a:lumOff val="35000"/>
                  </a:schemeClr>
                </a:solidFill>
                <a:effectLst/>
              </a:rPr>
              <a:t>  · </a:t>
            </a:r>
            <a:r>
              <a:rPr lang="en-US" sz="1000" baseline="0" dirty="0" err="1">
                <a:solidFill>
                  <a:schemeClr val="tx1">
                    <a:lumMod val="65000"/>
                    <a:lumOff val="35000"/>
                  </a:schemeClr>
                </a:solidFill>
                <a:effectLst/>
              </a:rPr>
              <a:t>twitter.com</a:t>
            </a:r>
            <a:r>
              <a:rPr lang="en-US" sz="1000" baseline="0" dirty="0">
                <a:solidFill>
                  <a:schemeClr val="tx1">
                    <a:lumMod val="65000"/>
                    <a:lumOff val="35000"/>
                  </a:schemeClr>
                </a:solidFill>
                <a:effectLst/>
              </a:rPr>
              <a:t>/</a:t>
            </a:r>
            <a:r>
              <a:rPr lang="en-US" sz="1000" baseline="0" dirty="0" err="1">
                <a:solidFill>
                  <a:schemeClr val="tx1">
                    <a:lumMod val="65000"/>
                    <a:lumOff val="35000"/>
                  </a:schemeClr>
                </a:solidFill>
                <a:effectLst/>
              </a:rPr>
              <a:t>opentext</a:t>
            </a:r>
            <a:r>
              <a:rPr lang="en-US" sz="1000" baseline="0" dirty="0">
                <a:solidFill>
                  <a:schemeClr val="tx1">
                    <a:lumMod val="65000"/>
                    <a:lumOff val="35000"/>
                  </a:schemeClr>
                </a:solidFill>
                <a:effectLst/>
              </a:rPr>
              <a:t>  ·  </a:t>
            </a:r>
            <a:r>
              <a:rPr lang="en-US" sz="1000" baseline="0" dirty="0" err="1">
                <a:solidFill>
                  <a:schemeClr val="tx1">
                    <a:lumMod val="65000"/>
                    <a:lumOff val="35000"/>
                  </a:schemeClr>
                </a:solidFill>
                <a:effectLst/>
              </a:rPr>
              <a:t>linkedin.com</a:t>
            </a:r>
            <a:r>
              <a:rPr lang="en-US" sz="1000" baseline="0" dirty="0">
                <a:solidFill>
                  <a:schemeClr val="tx1">
                    <a:lumMod val="65000"/>
                    <a:lumOff val="35000"/>
                  </a:schemeClr>
                </a:solidFill>
                <a:effectLst/>
              </a:rPr>
              <a:t>/company/</a:t>
            </a:r>
            <a:r>
              <a:rPr lang="en-US" sz="1000" baseline="0" dirty="0" err="1">
                <a:solidFill>
                  <a:schemeClr val="tx1">
                    <a:lumMod val="65000"/>
                    <a:lumOff val="35000"/>
                  </a:schemeClr>
                </a:solidFill>
                <a:effectLst/>
              </a:rPr>
              <a:t>opentext</a:t>
            </a:r>
            <a:endParaRPr lang="en-US" sz="1000" baseline="0" dirty="0">
              <a:solidFill>
                <a:schemeClr val="tx1">
                  <a:lumMod val="65000"/>
                  <a:lumOff val="35000"/>
                </a:schemeClr>
              </a:solidFill>
            </a:endParaRPr>
          </a:p>
        </p:txBody>
      </p:sp>
    </p:spTree>
    <p:extLst>
      <p:ext uri="{BB962C8B-B14F-4D97-AF65-F5344CB8AC3E}">
        <p14:creationId xmlns:p14="http://schemas.microsoft.com/office/powerpoint/2010/main" val="3517122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7AC30D6-2CC1-1F0E-F02C-A7F12C7B3A1A}"/>
              </a:ext>
            </a:extLst>
          </p:cNvPr>
          <p:cNvPicPr>
            <a:picLocks noChangeAspect="1"/>
          </p:cNvPicPr>
          <p:nvPr userDrawn="1"/>
        </p:nvPicPr>
        <p:blipFill>
          <a:blip r:embed="rId32"/>
          <a:srcRect/>
          <a:stretch/>
        </p:blipFill>
        <p:spPr>
          <a:xfrm>
            <a:off x="113339" y="6446641"/>
            <a:ext cx="415951" cy="233859"/>
          </a:xfrm>
          <a:prstGeom prst="rect">
            <a:avLst/>
          </a:prstGeom>
        </p:spPr>
      </p:pic>
      <p:sp>
        <p:nvSpPr>
          <p:cNvPr id="5" name="Rectangle 4">
            <a:extLst>
              <a:ext uri="{FF2B5EF4-FFF2-40B4-BE49-F238E27FC236}">
                <a16:creationId xmlns:a16="http://schemas.microsoft.com/office/drawing/2014/main" id="{F50018CC-18D9-C8BC-84C0-DB839E5C0CEA}"/>
              </a:ext>
            </a:extLst>
          </p:cNvPr>
          <p:cNvSpPr/>
          <p:nvPr userDrawn="1"/>
        </p:nvSpPr>
        <p:spPr>
          <a:xfrm>
            <a:off x="11589396" y="6520640"/>
            <a:ext cx="464634" cy="215444"/>
          </a:xfrm>
          <a:prstGeom prst="rect">
            <a:avLst/>
          </a:prstGeom>
        </p:spPr>
        <p:txBody>
          <a:bodyPr wrap="square">
            <a:spAutoFit/>
          </a:bodyPr>
          <a:lstStyle/>
          <a:p>
            <a:pPr algn="r"/>
            <a:fld id="{3C1D921F-663F-5D4C-BF56-776C1B867DF7}" type="slidenum">
              <a:rPr lang="en-US" sz="800" baseline="0" smtClean="0">
                <a:solidFill>
                  <a:schemeClr val="tx1">
                    <a:lumMod val="75000"/>
                    <a:lumOff val="25000"/>
                  </a:schemeClr>
                </a:solidFill>
              </a:rPr>
              <a:pPr algn="r"/>
              <a:t>‹#›</a:t>
            </a:fld>
            <a:endParaRPr lang="en-US" sz="800" baseline="0" dirty="0">
              <a:solidFill>
                <a:schemeClr val="tx1">
                  <a:lumMod val="75000"/>
                  <a:lumOff val="25000"/>
                </a:schemeClr>
              </a:solidFill>
            </a:endParaRPr>
          </a:p>
        </p:txBody>
      </p:sp>
      <p:sp>
        <p:nvSpPr>
          <p:cNvPr id="6" name="Rectangle 5">
            <a:extLst>
              <a:ext uri="{FF2B5EF4-FFF2-40B4-BE49-F238E27FC236}">
                <a16:creationId xmlns:a16="http://schemas.microsoft.com/office/drawing/2014/main" id="{0F649B27-4876-9447-D758-CCBB176C041F}"/>
              </a:ext>
            </a:extLst>
          </p:cNvPr>
          <p:cNvSpPr/>
          <p:nvPr userDrawn="1"/>
        </p:nvSpPr>
        <p:spPr>
          <a:xfrm>
            <a:off x="9479756" y="6520640"/>
            <a:ext cx="2124869" cy="215444"/>
          </a:xfrm>
          <a:prstGeom prst="rect">
            <a:avLst/>
          </a:prstGeom>
        </p:spPr>
        <p:txBody>
          <a:bodyPr wrap="square" lIns="0" rIns="0">
            <a:spAutoFit/>
          </a:bodyPr>
          <a:lstStyle/>
          <a:p>
            <a:pPr algn="r"/>
            <a:r>
              <a:rPr lang="en-US" sz="800" b="0" i="0" u="none" strike="noStrike" baseline="0" dirty="0">
                <a:solidFill>
                  <a:schemeClr val="tx1">
                    <a:lumMod val="75000"/>
                    <a:lumOff val="25000"/>
                  </a:schemeClr>
                </a:solidFill>
                <a:effectLst/>
                <a:latin typeface="+mn-lt"/>
              </a:rPr>
              <a:t>OpenText ©2026. All rights reserved.</a:t>
            </a:r>
            <a:endParaRPr lang="en-US" sz="800" baseline="0" dirty="0">
              <a:solidFill>
                <a:schemeClr val="tx1">
                  <a:lumMod val="75000"/>
                  <a:lumOff val="25000"/>
                </a:schemeClr>
              </a:solidFill>
              <a:latin typeface="+mn-lt"/>
            </a:endParaRPr>
          </a:p>
        </p:txBody>
      </p:sp>
    </p:spTree>
    <p:extLst>
      <p:ext uri="{BB962C8B-B14F-4D97-AF65-F5344CB8AC3E}">
        <p14:creationId xmlns:p14="http://schemas.microsoft.com/office/powerpoint/2010/main" val="2755604988"/>
      </p:ext>
    </p:extLst>
  </p:cSld>
  <p:clrMap bg1="dk1" tx1="lt1" bg2="dk2" tx2="lt2" accent1="accent1" accent2="accent2" accent3="accent3" accent4="accent4" accent5="accent5" accent6="accent6" hlink="hlink" folHlink="folHlink"/>
  <p:sldLayoutIdLst>
    <p:sldLayoutId id="2147483712" r:id="rId1"/>
    <p:sldLayoutId id="2147483718" r:id="rId2"/>
    <p:sldLayoutId id="2147483760" r:id="rId3"/>
    <p:sldLayoutId id="2147483761" r:id="rId4"/>
    <p:sldLayoutId id="2147483765" r:id="rId5"/>
    <p:sldLayoutId id="2147483771" r:id="rId6"/>
    <p:sldLayoutId id="2147483764" r:id="rId7"/>
    <p:sldLayoutId id="2147483759" r:id="rId8"/>
    <p:sldLayoutId id="2147483719" r:id="rId9"/>
    <p:sldLayoutId id="2147483729" r:id="rId10"/>
    <p:sldLayoutId id="2147483720" r:id="rId11"/>
    <p:sldLayoutId id="2147483730" r:id="rId12"/>
    <p:sldLayoutId id="2147483721" r:id="rId13"/>
    <p:sldLayoutId id="2147483731" r:id="rId14"/>
    <p:sldLayoutId id="2147483762" r:id="rId15"/>
    <p:sldLayoutId id="2147483767" r:id="rId16"/>
    <p:sldLayoutId id="2147483768" r:id="rId17"/>
    <p:sldLayoutId id="2147483722" r:id="rId18"/>
    <p:sldLayoutId id="2147483727" r:id="rId19"/>
    <p:sldLayoutId id="2147483724" r:id="rId20"/>
    <p:sldLayoutId id="2147483763" r:id="rId21"/>
    <p:sldLayoutId id="2147483723" r:id="rId22"/>
    <p:sldLayoutId id="2147483728" r:id="rId23"/>
    <p:sldLayoutId id="2147483732" r:id="rId24"/>
    <p:sldLayoutId id="2147483766" r:id="rId25"/>
    <p:sldLayoutId id="2147483733" r:id="rId26"/>
    <p:sldLayoutId id="2147483769" r:id="rId27"/>
    <p:sldLayoutId id="2147483734" r:id="rId28"/>
    <p:sldLayoutId id="2147483770" r:id="rId29"/>
    <p:sldLayoutId id="2147483735" r:id="rId30"/>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pos="7296" userDrawn="1">
          <p15:clr>
            <a:srgbClr val="FBAE40"/>
          </p15:clr>
        </p15:guide>
        <p15:guide id="19" pos="384" userDrawn="1">
          <p15:clr>
            <a:srgbClr val="FBAE40"/>
          </p15:clr>
        </p15:guide>
        <p15:guide id="21" orient="horz" pos="3888" userDrawn="1">
          <p15:clr>
            <a:srgbClr val="FBAE40"/>
          </p15:clr>
        </p15:guide>
        <p15:guide id="22" orient="horz" pos="720" userDrawn="1">
          <p15:clr>
            <a:srgbClr val="F26B43"/>
          </p15:clr>
        </p15:guide>
        <p15:guide id="23" pos="3840" userDrawn="1">
          <p15:clr>
            <a:srgbClr val="9FCC3B"/>
          </p15:clr>
        </p15:guide>
        <p15:guide id="24" orient="horz" pos="4201" userDrawn="1">
          <p15:clr>
            <a:srgbClr val="F26B43"/>
          </p15:clr>
        </p15:guide>
        <p15:guide id="25" pos="120" userDrawn="1">
          <p15:clr>
            <a:srgbClr val="F26B43"/>
          </p15:clr>
        </p15:guide>
        <p15:guide id="26" orient="horz" pos="120" userDrawn="1">
          <p15:clr>
            <a:srgbClr val="F26B43"/>
          </p15:clr>
        </p15:guide>
        <p15:guide id="27" pos="7536" userDrawn="1">
          <p15:clr>
            <a:srgbClr val="F26B43"/>
          </p15:clr>
        </p15:guide>
        <p15:guide id="28" orient="horz" pos="2160" userDrawn="1">
          <p15:clr>
            <a:srgbClr val="9FCC3B"/>
          </p15:clr>
        </p15:guide>
        <p15:guide id="29" orient="horz" pos="1008" userDrawn="1">
          <p15:clr>
            <a:srgbClr val="F26B43"/>
          </p15:clr>
        </p15:guide>
        <p15:guide id="30" orient="horz" pos="4008" userDrawn="1">
          <p15:clr>
            <a:srgbClr val="F26B43"/>
          </p15:clr>
        </p15:guide>
        <p15:guide id="31" pos="288" userDrawn="1">
          <p15:clr>
            <a:srgbClr val="F26B43"/>
          </p15:clr>
        </p15:guide>
        <p15:guide id="32" pos="7392"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hyperlink" Target="https://www.geeksforgeeks.org/artificial-intelligence/introduction-to-langchain/" TargetMode="Externa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hyperlink" Target="https://en.wikipedia.org/wiki/Retrieval-augmented_generation" TargetMode="External"/><Relationship Id="rId2" Type="http://schemas.openxmlformats.org/officeDocument/2006/relationships/hyperlink" Target="https://www.ibm.com/think/topics/agentic-ai-vs-generative-ai" TargetMode="External"/><Relationship Id="rId1" Type="http://schemas.openxmlformats.org/officeDocument/2006/relationships/slideLayout" Target="../slideLayouts/slideLayout5.xml"/><Relationship Id="rId6" Type="http://schemas.openxmlformats.org/officeDocument/2006/relationships/hyperlink" Target="https://github.com/jpalipe/RAG" TargetMode="External"/><Relationship Id="rId5" Type="http://schemas.openxmlformats.org/officeDocument/2006/relationships/hyperlink" Target="https://www.geeksforgeeks.org/artificial-intelligence/langflow/?utm_source=chatgpt.com" TargetMode="External"/><Relationship Id="rId4" Type="http://schemas.openxmlformats.org/officeDocument/2006/relationships/hyperlink" Target="https://www.geeksforgeeks.org/artificial-intelligence/introduction-to-langchain/" TargetMode="Externa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910A64F-56C9-6920-8FDC-EA80D56B8C8E}"/>
              </a:ext>
            </a:extLst>
          </p:cNvPr>
          <p:cNvSpPr>
            <a:spLocks noGrp="1"/>
          </p:cNvSpPr>
          <p:nvPr>
            <p:ph type="body" sz="quarter" idx="10"/>
          </p:nvPr>
        </p:nvSpPr>
        <p:spPr>
          <a:xfrm>
            <a:off x="266700" y="2070921"/>
            <a:ext cx="7581900" cy="1657350"/>
          </a:xfrm>
        </p:spPr>
        <p:txBody>
          <a:bodyPr/>
          <a:lstStyle/>
          <a:p>
            <a:r>
              <a:rPr lang="en-US" dirty="0"/>
              <a:t>Introduction to RAG and Building Your Own RAG</a:t>
            </a:r>
          </a:p>
        </p:txBody>
      </p:sp>
      <p:sp>
        <p:nvSpPr>
          <p:cNvPr id="4" name="Text Placeholder 3">
            <a:extLst>
              <a:ext uri="{FF2B5EF4-FFF2-40B4-BE49-F238E27FC236}">
                <a16:creationId xmlns:a16="http://schemas.microsoft.com/office/drawing/2014/main" id="{E5F11429-B5B8-1F0D-9909-482B320CA1ED}"/>
              </a:ext>
            </a:extLst>
          </p:cNvPr>
          <p:cNvSpPr>
            <a:spLocks noGrp="1"/>
          </p:cNvSpPr>
          <p:nvPr>
            <p:ph type="body" sz="quarter" idx="12"/>
          </p:nvPr>
        </p:nvSpPr>
        <p:spPr/>
        <p:txBody>
          <a:bodyPr/>
          <a:lstStyle/>
          <a:p>
            <a:r>
              <a:rPr lang="en-US" dirty="0"/>
              <a:t>Name: Joswitha Palipe</a:t>
            </a:r>
          </a:p>
          <a:p>
            <a:r>
              <a:rPr lang="en-US" dirty="0"/>
              <a:t>Date: 27-01-2026</a:t>
            </a:r>
          </a:p>
        </p:txBody>
      </p:sp>
    </p:spTree>
    <p:extLst>
      <p:ext uri="{BB962C8B-B14F-4D97-AF65-F5344CB8AC3E}">
        <p14:creationId xmlns:p14="http://schemas.microsoft.com/office/powerpoint/2010/main" val="18375338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48998-B979-EF92-C162-9B7AE5A73642}"/>
              </a:ext>
            </a:extLst>
          </p:cNvPr>
          <p:cNvSpPr>
            <a:spLocks noGrp="1"/>
          </p:cNvSpPr>
          <p:nvPr>
            <p:ph type="title"/>
          </p:nvPr>
        </p:nvSpPr>
        <p:spPr>
          <a:xfrm>
            <a:off x="952500" y="721395"/>
            <a:ext cx="6060766" cy="1269290"/>
          </a:xfrm>
        </p:spPr>
        <p:txBody>
          <a:bodyPr/>
          <a:lstStyle/>
          <a:p>
            <a:r>
              <a:rPr lang="en-US" dirty="0"/>
              <a:t>Agenda</a:t>
            </a:r>
          </a:p>
        </p:txBody>
      </p:sp>
      <p:sp>
        <p:nvSpPr>
          <p:cNvPr id="3" name="Text Placeholder 2">
            <a:extLst>
              <a:ext uri="{FF2B5EF4-FFF2-40B4-BE49-F238E27FC236}">
                <a16:creationId xmlns:a16="http://schemas.microsoft.com/office/drawing/2014/main" id="{38E16F8A-D87B-F0CF-0701-0D44894CE9B3}"/>
              </a:ext>
            </a:extLst>
          </p:cNvPr>
          <p:cNvSpPr>
            <a:spLocks noGrp="1"/>
          </p:cNvSpPr>
          <p:nvPr>
            <p:ph type="body" idx="1"/>
          </p:nvPr>
        </p:nvSpPr>
        <p:spPr>
          <a:xfrm>
            <a:off x="952500" y="2171700"/>
            <a:ext cx="6060766" cy="3581400"/>
          </a:xfrm>
        </p:spPr>
        <p:txBody>
          <a:bodyPr>
            <a:normAutofit/>
          </a:bodyPr>
          <a:lstStyle/>
          <a:p>
            <a:pPr marL="342900" indent="-342900">
              <a:buFont typeface="Arial" panose="020B0604020202020204" pitchFamily="34" charset="0"/>
              <a:buChar char="•"/>
            </a:pPr>
            <a:r>
              <a:rPr lang="en-US" b="1" dirty="0">
                <a:solidFill>
                  <a:schemeClr val="bg2"/>
                </a:solidFill>
              </a:rPr>
              <a:t>Classification of AI</a:t>
            </a:r>
          </a:p>
          <a:p>
            <a:pPr marL="342900" indent="-342900">
              <a:buFont typeface="Arial" panose="020B0604020202020204" pitchFamily="34" charset="0"/>
              <a:buChar char="•"/>
            </a:pPr>
            <a:r>
              <a:rPr lang="en-US" b="1" dirty="0">
                <a:solidFill>
                  <a:schemeClr val="bg2"/>
                </a:solidFill>
              </a:rPr>
              <a:t>Architecture f RAG</a:t>
            </a:r>
          </a:p>
          <a:p>
            <a:pPr marL="342900" indent="-342900">
              <a:buFont typeface="Arial" panose="020B0604020202020204" pitchFamily="34" charset="0"/>
              <a:buChar char="•"/>
            </a:pPr>
            <a:r>
              <a:rPr lang="en-US" b="1" dirty="0">
                <a:solidFill>
                  <a:schemeClr val="bg2"/>
                </a:solidFill>
              </a:rPr>
              <a:t>Components and Technologies</a:t>
            </a:r>
          </a:p>
          <a:p>
            <a:pPr marL="342900" indent="-342900">
              <a:buFont typeface="Arial" panose="020B0604020202020204" pitchFamily="34" charset="0"/>
              <a:buChar char="•"/>
            </a:pPr>
            <a:r>
              <a:rPr lang="en-US" b="1" dirty="0">
                <a:solidFill>
                  <a:schemeClr val="bg2"/>
                </a:solidFill>
              </a:rPr>
              <a:t>Code Explanation</a:t>
            </a:r>
          </a:p>
          <a:p>
            <a:pPr marL="342900" indent="-342900">
              <a:buFont typeface="Arial" panose="020B0604020202020204" pitchFamily="34" charset="0"/>
              <a:buChar char="•"/>
            </a:pPr>
            <a:r>
              <a:rPr lang="en-US" b="1" dirty="0">
                <a:solidFill>
                  <a:schemeClr val="bg2"/>
                </a:solidFill>
              </a:rPr>
              <a:t>Confluence Based RAG Demo</a:t>
            </a:r>
          </a:p>
          <a:p>
            <a:pPr marL="342900" indent="-342900">
              <a:buFont typeface="Arial" panose="020B0604020202020204" pitchFamily="34" charset="0"/>
              <a:buChar char="•"/>
            </a:pPr>
            <a:r>
              <a:rPr lang="en-US" b="1" dirty="0">
                <a:solidFill>
                  <a:schemeClr val="bg2"/>
                </a:solidFill>
              </a:rPr>
              <a:t>File based RAG Demo</a:t>
            </a:r>
          </a:p>
          <a:p>
            <a:pPr marL="342900" indent="-342900">
              <a:buFont typeface="Arial" panose="020B0604020202020204" pitchFamily="34" charset="0"/>
              <a:buChar char="•"/>
            </a:pPr>
            <a:r>
              <a:rPr lang="en-US" b="1" dirty="0">
                <a:solidFill>
                  <a:schemeClr val="bg2"/>
                </a:solidFill>
              </a:rPr>
              <a:t>Introduction to </a:t>
            </a:r>
            <a:r>
              <a:rPr lang="en-US" b="1" dirty="0" err="1">
                <a:solidFill>
                  <a:schemeClr val="bg2"/>
                </a:solidFill>
              </a:rPr>
              <a:t>Langflow</a:t>
            </a:r>
            <a:r>
              <a:rPr lang="en-US" b="1" dirty="0">
                <a:solidFill>
                  <a:schemeClr val="bg2"/>
                </a:solidFill>
              </a:rPr>
              <a:t> and Demo</a:t>
            </a:r>
          </a:p>
          <a:p>
            <a:pPr marL="342900" indent="-342900">
              <a:buFont typeface="Arial" panose="020B0604020202020204" pitchFamily="34" charset="0"/>
              <a:buChar char="•"/>
            </a:pPr>
            <a:r>
              <a:rPr lang="en-US" b="1" dirty="0">
                <a:solidFill>
                  <a:schemeClr val="bg2"/>
                </a:solidFill>
              </a:rPr>
              <a:t>Introduction to </a:t>
            </a:r>
            <a:r>
              <a:rPr lang="en-US" b="1" dirty="0" err="1">
                <a:solidFill>
                  <a:schemeClr val="bg2"/>
                </a:solidFill>
              </a:rPr>
              <a:t>LangGraph</a:t>
            </a:r>
            <a:endParaRPr lang="en-US" b="1" dirty="0">
              <a:solidFill>
                <a:schemeClr val="bg2"/>
              </a:solidFill>
            </a:endParaRPr>
          </a:p>
          <a:p>
            <a:pPr marL="342900" indent="-342900">
              <a:buFont typeface="Arial" panose="020B0604020202020204" pitchFamily="34" charset="0"/>
              <a:buChar char="•"/>
            </a:pPr>
            <a:r>
              <a:rPr lang="en-US" b="1" dirty="0">
                <a:solidFill>
                  <a:schemeClr val="bg2"/>
                </a:solidFill>
              </a:rPr>
              <a:t>References</a:t>
            </a:r>
          </a:p>
          <a:p>
            <a:pPr marL="342900" indent="-342900">
              <a:buFont typeface="Arial" panose="020B0604020202020204" pitchFamily="34" charset="0"/>
              <a:buChar char="•"/>
            </a:pPr>
            <a:endParaRPr lang="en-US" b="1"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20985200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4BB60-FDA7-5D21-F7FB-FC6A9A1D9046}"/>
              </a:ext>
            </a:extLst>
          </p:cNvPr>
          <p:cNvSpPr>
            <a:spLocks noGrp="1"/>
          </p:cNvSpPr>
          <p:nvPr>
            <p:ph type="title"/>
          </p:nvPr>
        </p:nvSpPr>
        <p:spPr/>
        <p:txBody>
          <a:bodyPr/>
          <a:lstStyle/>
          <a:p>
            <a:r>
              <a:rPr lang="en-US" dirty="0"/>
              <a:t>Classification of AI</a:t>
            </a:r>
          </a:p>
        </p:txBody>
      </p:sp>
    </p:spTree>
    <p:extLst>
      <p:ext uri="{BB962C8B-B14F-4D97-AF65-F5344CB8AC3E}">
        <p14:creationId xmlns:p14="http://schemas.microsoft.com/office/powerpoint/2010/main" val="5078456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7FBB11-2845-AA98-4D5E-B6CB4AFA57DB}"/>
              </a:ext>
            </a:extLst>
          </p:cNvPr>
          <p:cNvSpPr>
            <a:spLocks noGrp="1"/>
          </p:cNvSpPr>
          <p:nvPr>
            <p:ph idx="1"/>
          </p:nvPr>
        </p:nvSpPr>
        <p:spPr>
          <a:prstGeom prst="rect">
            <a:avLst/>
          </a:prstGeom>
        </p:spPr>
        <p:txBody>
          <a:bodyPr/>
          <a:lstStyle/>
          <a:p>
            <a:r>
              <a:rPr lang="en-US" b="1" dirty="0"/>
              <a:t>                                                          Artificial Intelligence</a:t>
            </a:r>
          </a:p>
          <a:p>
            <a:endParaRPr lang="en-US" dirty="0"/>
          </a:p>
        </p:txBody>
      </p:sp>
      <p:sp>
        <p:nvSpPr>
          <p:cNvPr id="4" name="Arrow: Left-Right-Up 3">
            <a:extLst>
              <a:ext uri="{FF2B5EF4-FFF2-40B4-BE49-F238E27FC236}">
                <a16:creationId xmlns:a16="http://schemas.microsoft.com/office/drawing/2014/main" id="{411C4BB0-210F-4F48-AA3B-FC6502EC565A}"/>
              </a:ext>
            </a:extLst>
          </p:cNvPr>
          <p:cNvSpPr/>
          <p:nvPr/>
        </p:nvSpPr>
        <p:spPr>
          <a:xfrm>
            <a:off x="1219200" y="1952625"/>
            <a:ext cx="8724900" cy="771525"/>
          </a:xfrm>
          <a:prstGeom prst="leftRightUpArrow">
            <a:avLst>
              <a:gd name="adj1" fmla="val 25000"/>
              <a:gd name="adj2" fmla="val 25000"/>
              <a:gd name="adj3" fmla="val 25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Arrow: Down 4">
            <a:extLst>
              <a:ext uri="{FF2B5EF4-FFF2-40B4-BE49-F238E27FC236}">
                <a16:creationId xmlns:a16="http://schemas.microsoft.com/office/drawing/2014/main" id="{3D2C741F-BCB6-46A4-8C50-C897EBC64AA2}"/>
              </a:ext>
            </a:extLst>
          </p:cNvPr>
          <p:cNvSpPr/>
          <p:nvPr/>
        </p:nvSpPr>
        <p:spPr>
          <a:xfrm>
            <a:off x="1104900" y="2338387"/>
            <a:ext cx="419100" cy="130492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rrow: Down 5">
            <a:extLst>
              <a:ext uri="{FF2B5EF4-FFF2-40B4-BE49-F238E27FC236}">
                <a16:creationId xmlns:a16="http://schemas.microsoft.com/office/drawing/2014/main" id="{5BC10C2E-64AB-4FF8-9D47-FD85E1FF1DEF}"/>
              </a:ext>
            </a:extLst>
          </p:cNvPr>
          <p:cNvSpPr/>
          <p:nvPr/>
        </p:nvSpPr>
        <p:spPr>
          <a:xfrm>
            <a:off x="9639300" y="2338387"/>
            <a:ext cx="419100" cy="130492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Down 6">
            <a:extLst>
              <a:ext uri="{FF2B5EF4-FFF2-40B4-BE49-F238E27FC236}">
                <a16:creationId xmlns:a16="http://schemas.microsoft.com/office/drawing/2014/main" id="{9CD51ABC-4E7B-480F-A8DF-540B13A49924}"/>
              </a:ext>
            </a:extLst>
          </p:cNvPr>
          <p:cNvSpPr/>
          <p:nvPr/>
        </p:nvSpPr>
        <p:spPr>
          <a:xfrm>
            <a:off x="5372100" y="2424112"/>
            <a:ext cx="419100" cy="130492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DB9B31E-05A7-4C7F-B39C-697569ACFC75}"/>
              </a:ext>
            </a:extLst>
          </p:cNvPr>
          <p:cNvSpPr txBox="1"/>
          <p:nvPr/>
        </p:nvSpPr>
        <p:spPr>
          <a:xfrm>
            <a:off x="723900" y="4114800"/>
            <a:ext cx="2057400" cy="369332"/>
          </a:xfrm>
          <a:prstGeom prst="rect">
            <a:avLst/>
          </a:prstGeom>
          <a:noFill/>
        </p:spPr>
        <p:txBody>
          <a:bodyPr wrap="square" rtlCol="0">
            <a:spAutoFit/>
          </a:bodyPr>
          <a:lstStyle/>
          <a:p>
            <a:r>
              <a:rPr lang="en-US" dirty="0"/>
              <a:t>Traditional AI</a:t>
            </a:r>
          </a:p>
        </p:txBody>
      </p:sp>
      <p:sp>
        <p:nvSpPr>
          <p:cNvPr id="10" name="TextBox 9">
            <a:extLst>
              <a:ext uri="{FF2B5EF4-FFF2-40B4-BE49-F238E27FC236}">
                <a16:creationId xmlns:a16="http://schemas.microsoft.com/office/drawing/2014/main" id="{00BE4B46-6BC5-473A-922D-A4A5159D4EEB}"/>
              </a:ext>
            </a:extLst>
          </p:cNvPr>
          <p:cNvSpPr txBox="1"/>
          <p:nvPr/>
        </p:nvSpPr>
        <p:spPr>
          <a:xfrm>
            <a:off x="4800600" y="4015859"/>
            <a:ext cx="2190750" cy="369332"/>
          </a:xfrm>
          <a:prstGeom prst="rect">
            <a:avLst/>
          </a:prstGeom>
          <a:noFill/>
        </p:spPr>
        <p:txBody>
          <a:bodyPr wrap="square">
            <a:spAutoFit/>
          </a:bodyPr>
          <a:lstStyle/>
          <a:p>
            <a:r>
              <a:rPr lang="en-US" dirty="0"/>
              <a:t>Generative AI</a:t>
            </a:r>
          </a:p>
        </p:txBody>
      </p:sp>
      <p:sp>
        <p:nvSpPr>
          <p:cNvPr id="12" name="TextBox 11">
            <a:extLst>
              <a:ext uri="{FF2B5EF4-FFF2-40B4-BE49-F238E27FC236}">
                <a16:creationId xmlns:a16="http://schemas.microsoft.com/office/drawing/2014/main" id="{178E2F72-281C-4CAE-8601-8804729ACBEB}"/>
              </a:ext>
            </a:extLst>
          </p:cNvPr>
          <p:cNvSpPr txBox="1"/>
          <p:nvPr/>
        </p:nvSpPr>
        <p:spPr>
          <a:xfrm>
            <a:off x="9010650" y="3930134"/>
            <a:ext cx="2324100" cy="369332"/>
          </a:xfrm>
          <a:prstGeom prst="rect">
            <a:avLst/>
          </a:prstGeom>
          <a:noFill/>
        </p:spPr>
        <p:txBody>
          <a:bodyPr wrap="square">
            <a:spAutoFit/>
          </a:bodyPr>
          <a:lstStyle/>
          <a:p>
            <a:r>
              <a:rPr lang="en-US" dirty="0"/>
              <a:t>Agentic AI</a:t>
            </a:r>
          </a:p>
        </p:txBody>
      </p:sp>
    </p:spTree>
    <p:extLst>
      <p:ext uri="{BB962C8B-B14F-4D97-AF65-F5344CB8AC3E}">
        <p14:creationId xmlns:p14="http://schemas.microsoft.com/office/powerpoint/2010/main" val="18614766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63006-13A4-6BF0-BD8E-3BB174CAEC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C44A60-0B35-517F-E8E4-48E3C5DE0FE0}"/>
              </a:ext>
            </a:extLst>
          </p:cNvPr>
          <p:cNvSpPr>
            <a:spLocks noGrp="1"/>
          </p:cNvSpPr>
          <p:nvPr>
            <p:ph type="title"/>
          </p:nvPr>
        </p:nvSpPr>
        <p:spPr/>
        <p:txBody>
          <a:bodyPr/>
          <a:lstStyle/>
          <a:p>
            <a:r>
              <a:rPr lang="en-US" dirty="0"/>
              <a:t>Key Differences</a:t>
            </a:r>
          </a:p>
        </p:txBody>
      </p:sp>
      <p:graphicFrame>
        <p:nvGraphicFramePr>
          <p:cNvPr id="3" name="Table 2">
            <a:extLst>
              <a:ext uri="{FF2B5EF4-FFF2-40B4-BE49-F238E27FC236}">
                <a16:creationId xmlns:a16="http://schemas.microsoft.com/office/drawing/2014/main" id="{E382794B-9244-2E95-BBEB-1BA75766D1FE}"/>
              </a:ext>
            </a:extLst>
          </p:cNvPr>
          <p:cNvGraphicFramePr>
            <a:graphicFrameLocks noGrp="1"/>
          </p:cNvGraphicFramePr>
          <p:nvPr>
            <p:extLst>
              <p:ext uri="{D42A27DB-BD31-4B8C-83A1-F6EECF244321}">
                <p14:modId xmlns:p14="http://schemas.microsoft.com/office/powerpoint/2010/main" val="493666244"/>
              </p:ext>
            </p:extLst>
          </p:nvPr>
        </p:nvGraphicFramePr>
        <p:xfrm>
          <a:off x="647700" y="1257300"/>
          <a:ext cx="10772775" cy="4617693"/>
        </p:xfrm>
        <a:graphic>
          <a:graphicData uri="http://schemas.openxmlformats.org/drawingml/2006/table">
            <a:tbl>
              <a:tblPr firstRow="1" firstCol="1" bandRow="1"/>
              <a:tblGrid>
                <a:gridCol w="2200367">
                  <a:extLst>
                    <a:ext uri="{9D8B030D-6E8A-4147-A177-3AD203B41FA5}">
                      <a16:colId xmlns:a16="http://schemas.microsoft.com/office/drawing/2014/main" val="3580928830"/>
                    </a:ext>
                  </a:extLst>
                </a:gridCol>
                <a:gridCol w="3420039">
                  <a:extLst>
                    <a:ext uri="{9D8B030D-6E8A-4147-A177-3AD203B41FA5}">
                      <a16:colId xmlns:a16="http://schemas.microsoft.com/office/drawing/2014/main" val="2756717747"/>
                    </a:ext>
                  </a:extLst>
                </a:gridCol>
                <a:gridCol w="2048532">
                  <a:extLst>
                    <a:ext uri="{9D8B030D-6E8A-4147-A177-3AD203B41FA5}">
                      <a16:colId xmlns:a16="http://schemas.microsoft.com/office/drawing/2014/main" val="818948621"/>
                    </a:ext>
                  </a:extLst>
                </a:gridCol>
                <a:gridCol w="3103837">
                  <a:extLst>
                    <a:ext uri="{9D8B030D-6E8A-4147-A177-3AD203B41FA5}">
                      <a16:colId xmlns:a16="http://schemas.microsoft.com/office/drawing/2014/main" val="976402847"/>
                    </a:ext>
                  </a:extLst>
                </a:gridCol>
              </a:tblGrid>
              <a:tr h="800100">
                <a:tc>
                  <a:txBody>
                    <a:bodyPr/>
                    <a:lstStyle/>
                    <a:p>
                      <a:pPr algn="ctr"/>
                      <a:r>
                        <a:rPr lang="en-US" sz="1800" b="1" kern="1200" dirty="0">
                          <a:solidFill>
                            <a:schemeClr val="bg2"/>
                          </a:solidFill>
                          <a:effectLst/>
                          <a:latin typeface="+mn-lt"/>
                          <a:ea typeface="+mn-ea"/>
                          <a:cs typeface="+mn-cs"/>
                        </a:rPr>
                        <a:t>Feature</a:t>
                      </a:r>
                      <a:endParaRPr lang="en-US" sz="1400" b="1" i="0" cap="none" spc="0" baseline="0" dirty="0">
                        <a:solidFill>
                          <a:schemeClr val="bg2"/>
                        </a:solidFill>
                        <a:latin typeface="+mj-lt"/>
                        <a:cs typeface="Arial" panose="020B0604020202020204" pitchFamily="34" charset="0"/>
                      </a:endParaRPr>
                    </a:p>
                  </a:txBody>
                  <a:tcPr anchor="ctr">
                    <a:lnL w="12700" cmpd="sng">
                      <a:noFill/>
                      <a:prstDash val="solid"/>
                    </a:lnL>
                    <a:lnR w="3175" cap="flat" cmpd="sng" algn="ctr">
                      <a:solidFill>
                        <a:schemeClr val="bg1"/>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solidFill>
                      <a:schemeClr val="tx2"/>
                    </a:solidFill>
                  </a:tcPr>
                </a:tc>
                <a:tc>
                  <a:txBody>
                    <a:bodyPr/>
                    <a:lstStyle/>
                    <a:p>
                      <a:pPr algn="ctr"/>
                      <a:r>
                        <a:rPr lang="en-US" sz="1800" b="1" kern="1200" dirty="0">
                          <a:solidFill>
                            <a:schemeClr val="bg1"/>
                          </a:solidFill>
                          <a:effectLst/>
                          <a:latin typeface="+mn-lt"/>
                          <a:ea typeface="+mn-ea"/>
                          <a:cs typeface="+mn-cs"/>
                        </a:rPr>
                        <a:t>Traditional AI</a:t>
                      </a:r>
                      <a:endParaRPr lang="en-US" sz="1400" b="1" i="0" cap="none" spc="0" baseline="0" dirty="0">
                        <a:solidFill>
                          <a:schemeClr val="bg1"/>
                        </a:solidFill>
                        <a:latin typeface="+mj-lt"/>
                        <a:cs typeface="Arial" panose="020B0604020202020204" pitchFamily="34" charset="0"/>
                      </a:endParaRPr>
                    </a:p>
                  </a:txBody>
                  <a:tcPr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solidFill>
                      <a:schemeClr val="tx2"/>
                    </a:solidFill>
                  </a:tcPr>
                </a:tc>
                <a:tc>
                  <a:txBody>
                    <a:bodyPr/>
                    <a:lstStyle/>
                    <a:p>
                      <a:pPr algn="ctr"/>
                      <a:r>
                        <a:rPr lang="en-US" sz="1800" b="1" kern="1200" dirty="0">
                          <a:solidFill>
                            <a:schemeClr val="bg1"/>
                          </a:solidFill>
                          <a:effectLst/>
                          <a:latin typeface="+mn-lt"/>
                          <a:ea typeface="+mn-ea"/>
                          <a:cs typeface="+mn-cs"/>
                        </a:rPr>
                        <a:t>Generative AI</a:t>
                      </a:r>
                      <a:endParaRPr lang="en-US" sz="1400" b="1" i="0" cap="none" spc="0" baseline="0" dirty="0">
                        <a:solidFill>
                          <a:schemeClr val="bg1"/>
                        </a:solidFill>
                        <a:latin typeface="+mj-lt"/>
                        <a:cs typeface="Arial" panose="020B0604020202020204" pitchFamily="34" charset="0"/>
                      </a:endParaRPr>
                    </a:p>
                  </a:txBody>
                  <a:tcPr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solidFill>
                      <a:schemeClr val="tx2"/>
                    </a:solidFill>
                  </a:tcPr>
                </a:tc>
                <a:tc>
                  <a:txBody>
                    <a:bodyPr/>
                    <a:lstStyle/>
                    <a:p>
                      <a:pPr algn="ctr"/>
                      <a:r>
                        <a:rPr lang="en-US" sz="1800" b="1" kern="1200" dirty="0">
                          <a:solidFill>
                            <a:schemeClr val="bg1"/>
                          </a:solidFill>
                          <a:effectLst/>
                          <a:latin typeface="+mn-lt"/>
                          <a:ea typeface="+mn-ea"/>
                          <a:cs typeface="+mn-cs"/>
                        </a:rPr>
                        <a:t>Agentic AI</a:t>
                      </a:r>
                      <a:endParaRPr lang="en-US" sz="1400" b="1" i="0" cap="none" spc="0" baseline="0" dirty="0">
                        <a:solidFill>
                          <a:schemeClr val="bg1"/>
                        </a:solidFill>
                        <a:latin typeface="+mj-lt"/>
                        <a:cs typeface="Arial" panose="020B0604020202020204" pitchFamily="34" charset="0"/>
                      </a:endParaRPr>
                    </a:p>
                  </a:txBody>
                  <a:tcPr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4009611043"/>
                  </a:ext>
                </a:extLst>
              </a:tr>
              <a:tr h="1082601">
                <a:tc>
                  <a:txBody>
                    <a:bodyPr/>
                    <a:lstStyle/>
                    <a:p>
                      <a:pPr algn="ctr"/>
                      <a:r>
                        <a:rPr lang="en-US" sz="1800" b="1" kern="1200" dirty="0">
                          <a:solidFill>
                            <a:schemeClr val="bg1"/>
                          </a:solidFill>
                          <a:effectLst/>
                          <a:latin typeface="+mn-lt"/>
                          <a:ea typeface="+mn-ea"/>
                          <a:cs typeface="+mn-cs"/>
                        </a:rPr>
                        <a:t>Primary Function</a:t>
                      </a:r>
                      <a:endParaRPr lang="en-US" sz="1100" dirty="0">
                        <a:solidFill>
                          <a:schemeClr val="bg1"/>
                        </a:solidFill>
                        <a:latin typeface="+mj-lt"/>
                      </a:endParaRPr>
                    </a:p>
                  </a:txBody>
                  <a:tcPr anchor="ctr">
                    <a:lnL w="12700" cmpd="sng">
                      <a:noFill/>
                      <a:prstDash val="solid"/>
                    </a:lnL>
                    <a:lnR w="3175" cap="flat" cmpd="sng" algn="ctr">
                      <a:solidFill>
                        <a:schemeClr val="bg1">
                          <a:lumMod val="65000"/>
                        </a:schemeClr>
                      </a:solidFill>
                      <a:prstDash val="solid"/>
                      <a:round/>
                      <a:headEnd type="none" w="med" len="med"/>
                      <a:tailEnd type="none" w="med" len="med"/>
                    </a:lnR>
                    <a:lnT w="12700" cmpd="sng">
                      <a:noFill/>
                      <a:prstDash val="soli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algn="l">
                        <a:lnSpc>
                          <a:spcPct val="115000"/>
                        </a:lnSpc>
                        <a:spcBef>
                          <a:spcPts val="0"/>
                        </a:spcBef>
                        <a:spcAft>
                          <a:spcPts val="0"/>
                        </a:spcAft>
                      </a:pPr>
                      <a:br>
                        <a:rPr lang="en-US" sz="900" kern="0" dirty="0">
                          <a:effectLst/>
                          <a:latin typeface="Georgia" panose="02040502050405020303" pitchFamily="18" charset="0"/>
                          <a:ea typeface="Aptos"/>
                          <a:cs typeface="Times New Roman" panose="02020603050405020304" pitchFamily="18" charset="0"/>
                        </a:rPr>
                      </a:br>
                      <a:r>
                        <a:rPr lang="en-US" sz="1800" kern="0" dirty="0">
                          <a:effectLst/>
                          <a:latin typeface="+mj-lt"/>
                          <a:ea typeface="Aptos"/>
                          <a:cs typeface="Times New Roman" panose="02020603050405020304" pitchFamily="18" charset="0"/>
                        </a:rPr>
                        <a:t>Automating repetitive tasks</a:t>
                      </a:r>
                      <a:endParaRPr lang="en-US" sz="1800" kern="100" dirty="0">
                        <a:effectLst/>
                        <a:latin typeface="+mj-lt"/>
                        <a:ea typeface="Aptos"/>
                        <a:cs typeface="Times New Roman" panose="02020603050405020304" pitchFamily="18" charset="0"/>
                      </a:endParaRPr>
                    </a:p>
                  </a:txBody>
                  <a:tcPr marL="68580" marR="6858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solidFill>
                      <a:schemeClr val="bg1">
                        <a:lumMod val="95000"/>
                      </a:schemeClr>
                    </a:solidFill>
                  </a:tcPr>
                </a:tc>
                <a:tc>
                  <a:txBody>
                    <a:bodyPr/>
                    <a:lstStyle/>
                    <a:p>
                      <a:r>
                        <a:rPr lang="en-US" sz="1800" kern="1200" dirty="0">
                          <a:solidFill>
                            <a:schemeClr val="tx1"/>
                          </a:solidFill>
                          <a:effectLst/>
                          <a:latin typeface="+mn-lt"/>
                          <a:ea typeface="+mn-ea"/>
                          <a:cs typeface="+mn-cs"/>
                        </a:rPr>
                        <a:t>Generating text, code, and images</a:t>
                      </a:r>
                      <a:endParaRPr lang="en-US" sz="1100" dirty="0">
                        <a:solidFill>
                          <a:schemeClr val="tx1"/>
                        </a:solidFill>
                        <a:latin typeface="+mj-lt"/>
                      </a:endParaRPr>
                    </a:p>
                  </a:txBody>
                  <a:tcPr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solidFill>
                      <a:schemeClr val="bg1">
                        <a:lumMod val="95000"/>
                      </a:schemeClr>
                    </a:solidFill>
                  </a:tcPr>
                </a:tc>
                <a:tc>
                  <a:txBody>
                    <a:bodyPr/>
                    <a:lstStyle/>
                    <a:p>
                      <a:r>
                        <a:rPr lang="en-US" sz="1800" kern="1200" dirty="0">
                          <a:solidFill>
                            <a:schemeClr val="tx1"/>
                          </a:solidFill>
                          <a:effectLst/>
                          <a:latin typeface="+mn-lt"/>
                          <a:ea typeface="+mn-ea"/>
                          <a:cs typeface="+mn-cs"/>
                        </a:rPr>
                        <a:t>Goal-oriented decision-making and action</a:t>
                      </a:r>
                      <a:endParaRPr lang="en-US" sz="1100" dirty="0">
                        <a:solidFill>
                          <a:schemeClr val="tx1"/>
                        </a:solidFill>
                        <a:latin typeface="+mj-lt"/>
                      </a:endParaRPr>
                    </a:p>
                  </a:txBody>
                  <a:tcPr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629971632"/>
                  </a:ext>
                </a:extLst>
              </a:tr>
              <a:tr h="398853">
                <a:tc>
                  <a:txBody>
                    <a:bodyPr/>
                    <a:lstStyle/>
                    <a:p>
                      <a:pPr algn="ctr"/>
                      <a:r>
                        <a:rPr lang="en-US" sz="1800" b="1" kern="1200" dirty="0">
                          <a:solidFill>
                            <a:schemeClr val="bg1"/>
                          </a:solidFill>
                          <a:effectLst/>
                          <a:latin typeface="+mn-lt"/>
                          <a:ea typeface="+mn-ea"/>
                          <a:cs typeface="+mn-cs"/>
                        </a:rPr>
                        <a:t>Autonomy</a:t>
                      </a:r>
                      <a:endParaRPr lang="en-US" sz="1100" dirty="0">
                        <a:solidFill>
                          <a:schemeClr val="bg1"/>
                        </a:solidFill>
                        <a:latin typeface="+mj-lt"/>
                      </a:endParaRPr>
                    </a:p>
                  </a:txBody>
                  <a:tcPr anchor="ctr">
                    <a:lnL w="12700" cmpd="sng">
                      <a:noFill/>
                      <a:prstDash val="solid"/>
                    </a:lnL>
                    <a:lnR w="3175" cap="flat" cmpd="sng" algn="ctr">
                      <a:solidFill>
                        <a:schemeClr val="bg1">
                          <a:lumMod val="65000"/>
                        </a:schemeClr>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r>
                        <a:rPr lang="en-US" sz="1800" kern="1200" dirty="0">
                          <a:solidFill>
                            <a:schemeClr val="tx1"/>
                          </a:solidFill>
                          <a:effectLst/>
                          <a:latin typeface="+mn-lt"/>
                          <a:ea typeface="+mn-ea"/>
                          <a:cs typeface="+mn-cs"/>
                        </a:rPr>
                        <a:t>Low</a:t>
                      </a:r>
                      <a:endParaRPr lang="en-US" sz="1100" dirty="0">
                        <a:solidFill>
                          <a:schemeClr val="tx1"/>
                        </a:solidFill>
                        <a:latin typeface="+mj-lt"/>
                      </a:endParaRPr>
                    </a:p>
                  </a:txBody>
                  <a:tcPr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solidFill>
                      <a:schemeClr val="bg1"/>
                    </a:solidFill>
                  </a:tcPr>
                </a:tc>
                <a:tc>
                  <a:txBody>
                    <a:bodyPr/>
                    <a:lstStyle/>
                    <a:p>
                      <a:r>
                        <a:rPr lang="en-US" sz="1800" kern="1200" dirty="0">
                          <a:solidFill>
                            <a:schemeClr val="tx1"/>
                          </a:solidFill>
                          <a:effectLst/>
                          <a:latin typeface="+mn-lt"/>
                          <a:ea typeface="+mn-ea"/>
                          <a:cs typeface="+mn-cs"/>
                        </a:rPr>
                        <a:t>Variable</a:t>
                      </a:r>
                      <a:endParaRPr lang="en-US" sz="1100" dirty="0">
                        <a:solidFill>
                          <a:schemeClr val="tx1"/>
                        </a:solidFill>
                        <a:latin typeface="+mj-lt"/>
                      </a:endParaRPr>
                    </a:p>
                  </a:txBody>
                  <a:tcPr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solidFill>
                      <a:schemeClr val="bg1"/>
                    </a:solidFill>
                  </a:tcPr>
                </a:tc>
                <a:tc>
                  <a:txBody>
                    <a:bodyPr/>
                    <a:lstStyle/>
                    <a:p>
                      <a:r>
                        <a:rPr lang="en-US" sz="1800" kern="1200" dirty="0">
                          <a:solidFill>
                            <a:schemeClr val="tx1"/>
                          </a:solidFill>
                          <a:effectLst/>
                          <a:latin typeface="+mn-lt"/>
                          <a:ea typeface="+mn-ea"/>
                          <a:cs typeface="+mn-cs"/>
                        </a:rPr>
                        <a:t>High</a:t>
                      </a:r>
                      <a:endParaRPr lang="en-US" sz="1100" dirty="0">
                        <a:solidFill>
                          <a:schemeClr val="tx1"/>
                        </a:solidFill>
                        <a:latin typeface="+mj-lt"/>
                      </a:endParaRPr>
                    </a:p>
                  </a:txBody>
                  <a:tcPr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99620081"/>
                  </a:ext>
                </a:extLst>
              </a:tr>
              <a:tr h="1253538">
                <a:tc>
                  <a:txBody>
                    <a:bodyPr/>
                    <a:lstStyle/>
                    <a:p>
                      <a:pPr algn="ctr"/>
                      <a:r>
                        <a:rPr lang="en-US" sz="1800" b="1" kern="1200" dirty="0">
                          <a:solidFill>
                            <a:schemeClr val="bg1"/>
                          </a:solidFill>
                          <a:effectLst/>
                          <a:latin typeface="+mn-lt"/>
                          <a:ea typeface="+mn-ea"/>
                          <a:cs typeface="+mn-cs"/>
                        </a:rPr>
                        <a:t>Learning Style</a:t>
                      </a:r>
                      <a:endParaRPr lang="en-US" sz="1100" dirty="0">
                        <a:solidFill>
                          <a:schemeClr val="bg1"/>
                        </a:solidFill>
                        <a:latin typeface="+mj-lt"/>
                      </a:endParaRPr>
                    </a:p>
                  </a:txBody>
                  <a:tcPr anchor="ctr">
                    <a:lnL w="12700" cmpd="sng">
                      <a:noFill/>
                      <a:prstDash val="solid"/>
                    </a:lnL>
                    <a:lnR w="3175" cap="flat" cmpd="sng" algn="ctr">
                      <a:solidFill>
                        <a:schemeClr val="bg1">
                          <a:lumMod val="65000"/>
                        </a:schemeClr>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r>
                        <a:rPr lang="en-US" sz="1800" kern="1200" dirty="0">
                          <a:solidFill>
                            <a:schemeClr val="tx1"/>
                          </a:solidFill>
                          <a:effectLst/>
                          <a:latin typeface="+mn-lt"/>
                          <a:ea typeface="+mn-ea"/>
                          <a:cs typeface="+mn-cs"/>
                        </a:rPr>
                        <a:t>Based on static algorithms</a:t>
                      </a:r>
                      <a:endParaRPr lang="en-US" sz="1100" dirty="0">
                        <a:solidFill>
                          <a:schemeClr val="tx1"/>
                        </a:solidFill>
                        <a:latin typeface="+mj-lt"/>
                      </a:endParaRPr>
                    </a:p>
                  </a:txBody>
                  <a:tcPr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solidFill>
                      <a:schemeClr val="bg1">
                        <a:lumMod val="95000"/>
                      </a:schemeClr>
                    </a:solidFill>
                  </a:tcPr>
                </a:tc>
                <a:tc>
                  <a:txBody>
                    <a:bodyPr/>
                    <a:lstStyle/>
                    <a:p>
                      <a:r>
                        <a:rPr lang="en-US" sz="1800" kern="1200" dirty="0">
                          <a:solidFill>
                            <a:schemeClr val="tx1"/>
                          </a:solidFill>
                          <a:effectLst/>
                          <a:latin typeface="+mn-lt"/>
                          <a:ea typeface="+mn-ea"/>
                          <a:cs typeface="+mn-cs"/>
                        </a:rPr>
                        <a:t>Data-driven (deep learning</a:t>
                      </a:r>
                      <a:endParaRPr lang="en-US" sz="1100" dirty="0">
                        <a:solidFill>
                          <a:schemeClr val="tx1"/>
                        </a:solidFill>
                        <a:latin typeface="+mj-lt"/>
                      </a:endParaRPr>
                    </a:p>
                  </a:txBody>
                  <a:tcPr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solidFill>
                      <a:schemeClr val="bg1">
                        <a:lumMod val="95000"/>
                      </a:schemeClr>
                    </a:solidFill>
                  </a:tcPr>
                </a:tc>
                <a:tc>
                  <a:txBody>
                    <a:bodyPr/>
                    <a:lstStyle/>
                    <a:p>
                      <a:r>
                        <a:rPr lang="en-US" sz="1800" kern="1200" dirty="0">
                          <a:solidFill>
                            <a:schemeClr val="tx1"/>
                          </a:solidFill>
                          <a:effectLst/>
                          <a:latin typeface="+mn-lt"/>
                          <a:ea typeface="+mn-ea"/>
                          <a:cs typeface="+mn-cs"/>
                        </a:rPr>
                        <a:t>Reinforced learning with feedback and environmental adaptation</a:t>
                      </a:r>
                      <a:endParaRPr lang="en-US" sz="1100" dirty="0">
                        <a:solidFill>
                          <a:schemeClr val="tx1"/>
                        </a:solidFill>
                        <a:latin typeface="+mj-lt"/>
                      </a:endParaRPr>
                    </a:p>
                  </a:txBody>
                  <a:tcPr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704284069"/>
                  </a:ext>
                </a:extLst>
              </a:tr>
              <a:tr h="1082601">
                <a:tc>
                  <a:txBody>
                    <a:bodyPr/>
                    <a:lstStyle/>
                    <a:p>
                      <a:pPr algn="ctr"/>
                      <a:r>
                        <a:rPr lang="en-US" sz="1800" b="1" kern="1200" dirty="0">
                          <a:solidFill>
                            <a:schemeClr val="bg1"/>
                          </a:solidFill>
                          <a:effectLst/>
                          <a:latin typeface="+mn-lt"/>
                          <a:ea typeface="+mn-ea"/>
                          <a:cs typeface="+mn-cs"/>
                        </a:rPr>
                        <a:t>Scope</a:t>
                      </a:r>
                      <a:endParaRPr lang="en-US" sz="1100" dirty="0">
                        <a:solidFill>
                          <a:schemeClr val="bg1"/>
                        </a:solidFill>
                        <a:latin typeface="+mj-lt"/>
                      </a:endParaRPr>
                    </a:p>
                  </a:txBody>
                  <a:tcPr anchor="ctr">
                    <a:lnL w="12700" cmpd="sng">
                      <a:noFill/>
                      <a:prstDash val="solid"/>
                    </a:lnL>
                    <a:lnR w="3175" cap="flat" cmpd="sng" algn="ctr">
                      <a:solidFill>
                        <a:schemeClr val="bg1">
                          <a:lumMod val="65000"/>
                        </a:schemeClr>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r>
                        <a:rPr lang="en-US" sz="1800" kern="1200" dirty="0">
                          <a:solidFill>
                            <a:schemeClr val="tx1"/>
                          </a:solidFill>
                          <a:effectLst/>
                          <a:latin typeface="+mn-lt"/>
                          <a:ea typeface="+mn-ea"/>
                          <a:cs typeface="+mn-cs"/>
                        </a:rPr>
                        <a:t>Limited, narrow domains</a:t>
                      </a:r>
                      <a:endParaRPr lang="en-US" sz="1100" dirty="0">
                        <a:solidFill>
                          <a:schemeClr val="tx1"/>
                        </a:solidFill>
                        <a:latin typeface="+mj-lt"/>
                      </a:endParaRPr>
                    </a:p>
                  </a:txBody>
                  <a:tcPr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solidFill>
                      <a:schemeClr val="bg1"/>
                    </a:solidFill>
                  </a:tcPr>
                </a:tc>
                <a:tc>
                  <a:txBody>
                    <a:bodyPr/>
                    <a:lstStyle/>
                    <a:p>
                      <a:r>
                        <a:rPr lang="en-US" sz="1800" kern="1200" dirty="0">
                          <a:solidFill>
                            <a:schemeClr val="tx1"/>
                          </a:solidFill>
                          <a:effectLst/>
                          <a:latin typeface="+mn-lt"/>
                          <a:ea typeface="+mn-ea"/>
                          <a:cs typeface="+mn-cs"/>
                        </a:rPr>
                        <a:t>Content creation</a:t>
                      </a:r>
                      <a:endParaRPr lang="en-US" sz="1100" dirty="0">
                        <a:solidFill>
                          <a:schemeClr val="tx1"/>
                        </a:solidFill>
                        <a:latin typeface="+mj-lt"/>
                      </a:endParaRPr>
                    </a:p>
                  </a:txBody>
                  <a:tcPr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solidFill>
                      <a:schemeClr val="bg1"/>
                    </a:solidFill>
                  </a:tcPr>
                </a:tc>
                <a:tc>
                  <a:txBody>
                    <a:bodyPr/>
                    <a:lstStyle/>
                    <a:p>
                      <a:r>
                        <a:rPr lang="en-US" sz="1800" kern="1200" dirty="0">
                          <a:solidFill>
                            <a:schemeClr val="tx1"/>
                          </a:solidFill>
                          <a:effectLst/>
                          <a:latin typeface="+mn-lt"/>
                          <a:ea typeface="+mn-ea"/>
                          <a:cs typeface="+mn-cs"/>
                        </a:rPr>
                        <a:t>Cross-domain reasoning and multi-step task execution</a:t>
                      </a:r>
                      <a:endParaRPr lang="en-US" sz="1100" dirty="0">
                        <a:solidFill>
                          <a:schemeClr val="tx1"/>
                        </a:solidFill>
                        <a:latin typeface="+mj-lt"/>
                      </a:endParaRPr>
                    </a:p>
                  </a:txBody>
                  <a:tcPr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32817053"/>
                  </a:ext>
                </a:extLst>
              </a:tr>
            </a:tbl>
          </a:graphicData>
        </a:graphic>
      </p:graphicFrame>
    </p:spTree>
    <p:extLst>
      <p:ext uri="{BB962C8B-B14F-4D97-AF65-F5344CB8AC3E}">
        <p14:creationId xmlns:p14="http://schemas.microsoft.com/office/powerpoint/2010/main" val="9752778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94DFA5F0-016F-C120-0857-D3401AB7E62F}"/>
              </a:ext>
            </a:extLst>
          </p:cNvPr>
          <p:cNvPicPr>
            <a:picLocks noGrp="1" noChangeAspect="1"/>
          </p:cNvPicPr>
          <p:nvPr>
            <p:ph type="pic" sz="quarter" idx="10"/>
          </p:nvPr>
        </p:nvPicPr>
        <p:blipFill>
          <a:blip r:embed="rId2"/>
          <a:srcRect l="3305" r="3305"/>
          <a:stretch/>
        </p:blipFill>
        <p:spPr>
          <a:xfrm>
            <a:off x="-26988" y="14"/>
            <a:ext cx="6096000" cy="6857971"/>
          </a:xfrm>
          <a:noFill/>
        </p:spPr>
      </p:pic>
      <p:sp>
        <p:nvSpPr>
          <p:cNvPr id="2" name="Title 1">
            <a:extLst>
              <a:ext uri="{FF2B5EF4-FFF2-40B4-BE49-F238E27FC236}">
                <a16:creationId xmlns:a16="http://schemas.microsoft.com/office/drawing/2014/main" id="{0E3171FF-A5F6-E9CB-3C6E-7A01F3C1CA0F}"/>
              </a:ext>
            </a:extLst>
          </p:cNvPr>
          <p:cNvSpPr>
            <a:spLocks noGrp="1"/>
          </p:cNvSpPr>
          <p:nvPr>
            <p:ph type="title"/>
          </p:nvPr>
        </p:nvSpPr>
        <p:spPr>
          <a:xfrm>
            <a:off x="6683375" y="548258"/>
            <a:ext cx="4899025" cy="773396"/>
          </a:xfrm>
        </p:spPr>
        <p:txBody>
          <a:bodyPr wrap="square" anchor="t">
            <a:normAutofit/>
          </a:bodyPr>
          <a:lstStyle/>
          <a:p>
            <a:r>
              <a:rPr lang="en-US" dirty="0"/>
              <a:t>Examples</a:t>
            </a:r>
          </a:p>
        </p:txBody>
      </p:sp>
      <p:sp>
        <p:nvSpPr>
          <p:cNvPr id="3" name="Content Placeholder 2">
            <a:extLst>
              <a:ext uri="{FF2B5EF4-FFF2-40B4-BE49-F238E27FC236}">
                <a16:creationId xmlns:a16="http://schemas.microsoft.com/office/drawing/2014/main" id="{4C825A9A-04A3-9DA8-867B-4B70C5BF5AF0}"/>
              </a:ext>
            </a:extLst>
          </p:cNvPr>
          <p:cNvSpPr>
            <a:spLocks noGrp="1"/>
          </p:cNvSpPr>
          <p:nvPr>
            <p:ph type="body" sz="quarter" idx="11"/>
          </p:nvPr>
        </p:nvSpPr>
        <p:spPr>
          <a:xfrm>
            <a:off x="6683375" y="1376363"/>
            <a:ext cx="4899025" cy="4860925"/>
          </a:xfrm>
        </p:spPr>
        <p:txBody>
          <a:bodyPr>
            <a:normAutofit/>
          </a:bodyPr>
          <a:lstStyle/>
          <a:p>
            <a:r>
              <a:rPr lang="en-US" dirty="0"/>
              <a:t>Traditional AI:</a:t>
            </a:r>
          </a:p>
          <a:p>
            <a:pPr marL="285750" indent="-285750">
              <a:buFont typeface="Wingdings" panose="05000000000000000000" pitchFamily="2" charset="2"/>
              <a:buChar char="Ø"/>
            </a:pPr>
            <a:r>
              <a:rPr lang="en-US" dirty="0"/>
              <a:t>Spam Detection</a:t>
            </a:r>
          </a:p>
          <a:p>
            <a:pPr marL="285750" indent="-285750">
              <a:buFont typeface="Wingdings" panose="05000000000000000000" pitchFamily="2" charset="2"/>
              <a:buChar char="Ø"/>
            </a:pPr>
            <a:r>
              <a:rPr lang="en-US" dirty="0"/>
              <a:t>Speech Recognition</a:t>
            </a:r>
            <a:br>
              <a:rPr lang="en-US" dirty="0"/>
            </a:br>
            <a:endParaRPr lang="en-US" dirty="0"/>
          </a:p>
          <a:p>
            <a:r>
              <a:rPr lang="en-US" dirty="0"/>
              <a:t>Gen AI:</a:t>
            </a:r>
          </a:p>
          <a:p>
            <a:pPr marL="285750" indent="-285750">
              <a:buFont typeface="Wingdings" panose="05000000000000000000" pitchFamily="2" charset="2"/>
              <a:buChar char="Ø"/>
            </a:pPr>
            <a:r>
              <a:rPr lang="en-US" dirty="0"/>
              <a:t>LLM’S like </a:t>
            </a:r>
            <a:r>
              <a:rPr lang="en-US" dirty="0" err="1"/>
              <a:t>ChatGPT</a:t>
            </a:r>
            <a:endParaRPr lang="en-US" dirty="0"/>
          </a:p>
          <a:p>
            <a:pPr marL="285750" indent="-285750">
              <a:buFont typeface="Wingdings" panose="05000000000000000000" pitchFamily="2" charset="2"/>
              <a:buChar char="Ø"/>
            </a:pPr>
            <a:r>
              <a:rPr lang="en-US" dirty="0"/>
              <a:t>GitHub Copilot</a:t>
            </a:r>
          </a:p>
          <a:p>
            <a:pPr marL="285750" indent="-285750">
              <a:buFont typeface="Wingdings" panose="05000000000000000000" pitchFamily="2" charset="2"/>
              <a:buChar char="Ø"/>
            </a:pPr>
            <a:r>
              <a:rPr lang="en-US" dirty="0"/>
              <a:t>Basic LLM’s and applications of LLM’s </a:t>
            </a:r>
            <a:br>
              <a:rPr lang="en-US" dirty="0"/>
            </a:br>
            <a:r>
              <a:rPr lang="en-US" dirty="0"/>
              <a:t>like RAG</a:t>
            </a:r>
          </a:p>
          <a:p>
            <a:r>
              <a:rPr lang="en-US" dirty="0"/>
              <a:t>Agentic AI:</a:t>
            </a:r>
          </a:p>
          <a:p>
            <a:pPr marL="285750" indent="-285750">
              <a:buFont typeface="Wingdings" panose="05000000000000000000" pitchFamily="2" charset="2"/>
              <a:buChar char="Ø"/>
            </a:pPr>
            <a:r>
              <a:rPr lang="en-US" dirty="0"/>
              <a:t>Devin AI</a:t>
            </a:r>
          </a:p>
          <a:p>
            <a:pPr marL="285750" indent="-285750">
              <a:buFont typeface="Wingdings" panose="05000000000000000000" pitchFamily="2" charset="2"/>
              <a:buChar char="Ø"/>
            </a:pPr>
            <a:r>
              <a:rPr lang="en-US" dirty="0"/>
              <a:t>AI Research Agent</a:t>
            </a:r>
            <a:br>
              <a:rPr lang="en-US" dirty="0"/>
            </a:br>
            <a:endParaRPr lang="en-US" dirty="0"/>
          </a:p>
        </p:txBody>
      </p:sp>
    </p:spTree>
    <p:extLst>
      <p:ext uri="{BB962C8B-B14F-4D97-AF65-F5344CB8AC3E}">
        <p14:creationId xmlns:p14="http://schemas.microsoft.com/office/powerpoint/2010/main" val="30487492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4F69C-DFB9-300C-AF04-B5BCF7BCE736}"/>
            </a:ext>
          </a:extLst>
        </p:cNvPr>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33125150-657E-FC8E-6991-1C7B8D9DE022}"/>
              </a:ext>
            </a:extLst>
          </p:cNvPr>
          <p:cNvPicPr>
            <a:picLocks noGrp="1" noChangeAspect="1"/>
          </p:cNvPicPr>
          <p:nvPr>
            <p:ph type="pic" sz="quarter" idx="10"/>
          </p:nvPr>
        </p:nvPicPr>
        <p:blipFill rotWithShape="1">
          <a:blip r:embed="rId2"/>
          <a:srcRect l="3473" t="2923" r="10706" b="8172"/>
          <a:stretch/>
        </p:blipFill>
        <p:spPr>
          <a:xfrm>
            <a:off x="1104900" y="800100"/>
            <a:ext cx="10515600" cy="5334000"/>
          </a:xfrm>
          <a:noFill/>
          <a:ln>
            <a:solidFill>
              <a:schemeClr val="tx1"/>
            </a:solidFill>
          </a:ln>
        </p:spPr>
      </p:pic>
      <p:sp>
        <p:nvSpPr>
          <p:cNvPr id="9" name="TextBox 8">
            <a:extLst>
              <a:ext uri="{FF2B5EF4-FFF2-40B4-BE49-F238E27FC236}">
                <a16:creationId xmlns:a16="http://schemas.microsoft.com/office/drawing/2014/main" id="{DCEF224F-2CA4-4482-9728-767C29876180}"/>
              </a:ext>
            </a:extLst>
          </p:cNvPr>
          <p:cNvSpPr txBox="1"/>
          <p:nvPr/>
        </p:nvSpPr>
        <p:spPr>
          <a:xfrm>
            <a:off x="952500" y="304800"/>
            <a:ext cx="5829300" cy="369332"/>
          </a:xfrm>
          <a:prstGeom prst="rect">
            <a:avLst/>
          </a:prstGeom>
          <a:noFill/>
        </p:spPr>
        <p:txBody>
          <a:bodyPr wrap="square" rtlCol="0">
            <a:spAutoFit/>
          </a:bodyPr>
          <a:lstStyle/>
          <a:p>
            <a:r>
              <a:rPr lang="en-US" dirty="0"/>
              <a:t>Architecture of RAG(</a:t>
            </a:r>
            <a:r>
              <a:rPr lang="en-US" b="1" i="0" dirty="0">
                <a:solidFill>
                  <a:srgbClr val="000000"/>
                </a:solidFill>
                <a:effectLst/>
                <a:latin typeface="Roboto" panose="02000000000000000000" pitchFamily="2" charset="0"/>
              </a:rPr>
              <a:t>Retrieval-Augmented Generation)</a:t>
            </a:r>
            <a:endParaRPr lang="en-US" dirty="0"/>
          </a:p>
        </p:txBody>
      </p:sp>
    </p:spTree>
    <p:extLst>
      <p:ext uri="{BB962C8B-B14F-4D97-AF65-F5344CB8AC3E}">
        <p14:creationId xmlns:p14="http://schemas.microsoft.com/office/powerpoint/2010/main" val="9124788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4F69C-DFB9-300C-AF04-B5BCF7BCE736}"/>
            </a:ext>
          </a:extLst>
        </p:cNvPr>
        <p:cNvGrpSpPr/>
        <p:nvPr/>
      </p:nvGrpSpPr>
      <p:grpSpPr>
        <a:xfrm>
          <a:off x="0" y="0"/>
          <a:ext cx="0" cy="0"/>
          <a:chOff x="0" y="0"/>
          <a:chExt cx="0" cy="0"/>
        </a:xfrm>
      </p:grpSpPr>
      <p:pic>
        <p:nvPicPr>
          <p:cNvPr id="5" name="Picture 4" descr="A diagram of a software system&#10;&#10;AI-generated content may be incorrect.">
            <a:extLst>
              <a:ext uri="{FF2B5EF4-FFF2-40B4-BE49-F238E27FC236}">
                <a16:creationId xmlns:a16="http://schemas.microsoft.com/office/drawing/2014/main" id="{B9D699B1-8469-49F5-9A18-2F656DF857E7}"/>
              </a:ext>
            </a:extLst>
          </p:cNvPr>
          <p:cNvPicPr>
            <a:picLocks noChangeAspect="1"/>
          </p:cNvPicPr>
          <p:nvPr/>
        </p:nvPicPr>
        <p:blipFill>
          <a:blip r:embed="rId2"/>
          <a:stretch>
            <a:fillRect/>
          </a:stretch>
        </p:blipFill>
        <p:spPr>
          <a:xfrm>
            <a:off x="952500" y="762000"/>
            <a:ext cx="10287000" cy="5676900"/>
          </a:xfrm>
          <a:prstGeom prst="rect">
            <a:avLst/>
          </a:prstGeom>
          <a:ln>
            <a:solidFill>
              <a:schemeClr val="tx1"/>
            </a:solidFill>
          </a:ln>
        </p:spPr>
      </p:pic>
    </p:spTree>
    <p:extLst>
      <p:ext uri="{BB962C8B-B14F-4D97-AF65-F5344CB8AC3E}">
        <p14:creationId xmlns:p14="http://schemas.microsoft.com/office/powerpoint/2010/main" val="1980683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6104E0-A465-C8BB-3784-0EBC0C6CBBB5}"/>
              </a:ext>
            </a:extLst>
          </p:cNvPr>
          <p:cNvSpPr>
            <a:spLocks noGrp="1"/>
          </p:cNvSpPr>
          <p:nvPr>
            <p:ph type="body" sz="quarter" idx="12"/>
          </p:nvPr>
        </p:nvSpPr>
        <p:spPr>
          <a:xfrm>
            <a:off x="609600" y="1376363"/>
            <a:ext cx="11315700" cy="4933379"/>
          </a:xfrm>
          <a:prstGeom prst="rect">
            <a:avLst/>
          </a:prstGeom>
        </p:spPr>
        <p:txBody>
          <a:bodyPr/>
          <a:lstStyle/>
          <a:p>
            <a:pPr marL="285750" indent="-285750">
              <a:buFont typeface="Wingdings" panose="05000000000000000000" pitchFamily="2" charset="2"/>
              <a:buChar char="Ø"/>
            </a:pPr>
            <a:r>
              <a:rPr lang="en-US" b="1" dirty="0"/>
              <a:t>Programming language</a:t>
            </a:r>
            <a:r>
              <a:rPr lang="en-US" dirty="0"/>
              <a:t>: Python 3.10+ </a:t>
            </a:r>
            <a:br>
              <a:rPr lang="en-US" dirty="0"/>
            </a:br>
            <a:r>
              <a:rPr lang="en-US" dirty="0"/>
              <a:t>Python packages:</a:t>
            </a:r>
            <a:br>
              <a:rPr lang="en-US" dirty="0"/>
            </a:br>
            <a:r>
              <a:rPr lang="en-US" dirty="0" err="1"/>
              <a:t>Numpy,PyTorch</a:t>
            </a:r>
            <a:endParaRPr lang="en-US" dirty="0"/>
          </a:p>
          <a:p>
            <a:pPr marL="285750" indent="-285750">
              <a:buFont typeface="Wingdings" panose="05000000000000000000" pitchFamily="2" charset="2"/>
              <a:buChar char="Ø"/>
            </a:pPr>
            <a:r>
              <a:rPr lang="en-US" b="1" dirty="0"/>
              <a:t>UI</a:t>
            </a:r>
            <a:r>
              <a:rPr lang="en-US" dirty="0"/>
              <a:t>: </a:t>
            </a:r>
            <a:r>
              <a:rPr lang="en-US" dirty="0" err="1"/>
              <a:t>Streamlit</a:t>
            </a:r>
            <a:r>
              <a:rPr lang="en-US" dirty="0"/>
              <a:t>==1.32.0</a:t>
            </a:r>
          </a:p>
          <a:p>
            <a:pPr marL="285750" indent="-285750">
              <a:buFont typeface="Wingdings" panose="05000000000000000000" pitchFamily="2" charset="2"/>
              <a:buChar char="Ø"/>
            </a:pPr>
            <a:r>
              <a:rPr lang="en-US" b="1" dirty="0"/>
              <a:t>Framework</a:t>
            </a:r>
            <a:r>
              <a:rPr lang="en-US" dirty="0"/>
              <a:t>: </a:t>
            </a:r>
            <a:r>
              <a:rPr lang="en-US" dirty="0" err="1"/>
              <a:t>LangChain</a:t>
            </a:r>
            <a:r>
              <a:rPr lang="en-US" dirty="0"/>
              <a:t> v0.1.20, </a:t>
            </a:r>
            <a:r>
              <a:rPr lang="en-US" dirty="0" err="1"/>
              <a:t>langchain</a:t>
            </a:r>
            <a:r>
              <a:rPr lang="en-US" dirty="0"/>
              <a:t>-community v0.0.38, </a:t>
            </a:r>
            <a:r>
              <a:rPr lang="en-US" dirty="0" err="1"/>
              <a:t>langchain</a:t>
            </a:r>
            <a:r>
              <a:rPr lang="en-US" dirty="0"/>
              <a:t>-core v0.1.52</a:t>
            </a:r>
          </a:p>
          <a:p>
            <a:pPr marL="285750" indent="-285750">
              <a:buFont typeface="Wingdings" panose="05000000000000000000" pitchFamily="2" charset="2"/>
              <a:buChar char="Ø"/>
            </a:pPr>
            <a:r>
              <a:rPr lang="en-US" b="1" dirty="0"/>
              <a:t>Reference documents</a:t>
            </a:r>
            <a:r>
              <a:rPr lang="en-US" dirty="0"/>
              <a:t> → PDF / Text files</a:t>
            </a:r>
            <a:br>
              <a:rPr lang="en-US" dirty="0"/>
            </a:br>
            <a:r>
              <a:rPr lang="en-US" dirty="0"/>
              <a:t>Document loaders: </a:t>
            </a:r>
            <a:r>
              <a:rPr lang="en-US" dirty="0" err="1"/>
              <a:t>pypdf</a:t>
            </a:r>
            <a:r>
              <a:rPr lang="en-US" dirty="0"/>
              <a:t>==4.0.1, python-docx&gt;=0.8.11, python-pptx&gt;=0.6.21, unstructured&gt;=0.10.0</a:t>
            </a:r>
          </a:p>
          <a:p>
            <a:pPr marL="285750" indent="-285750">
              <a:buFont typeface="Wingdings" panose="05000000000000000000" pitchFamily="2" charset="2"/>
              <a:buChar char="Ø"/>
            </a:pPr>
            <a:r>
              <a:rPr lang="en-US" b="1" dirty="0"/>
              <a:t>Chunking</a:t>
            </a:r>
            <a:r>
              <a:rPr lang="en-US" dirty="0"/>
              <a:t>: </a:t>
            </a:r>
            <a:r>
              <a:rPr lang="en-US" dirty="0" err="1"/>
              <a:t>RecursiveCharacterTextSplitter</a:t>
            </a:r>
            <a:r>
              <a:rPr lang="en-US" dirty="0"/>
              <a:t> (</a:t>
            </a:r>
            <a:r>
              <a:rPr lang="en-US" dirty="0" err="1"/>
              <a:t>langchain</a:t>
            </a:r>
            <a:r>
              <a:rPr lang="en-US" dirty="0"/>
              <a:t>-text-splitters, via </a:t>
            </a:r>
            <a:r>
              <a:rPr lang="en-US" dirty="0" err="1"/>
              <a:t>LangChain</a:t>
            </a:r>
            <a:r>
              <a:rPr lang="en-US" dirty="0"/>
              <a:t>)</a:t>
            </a:r>
          </a:p>
          <a:p>
            <a:pPr marL="285750" indent="-285750">
              <a:buFont typeface="Wingdings" panose="05000000000000000000" pitchFamily="2" charset="2"/>
              <a:buChar char="Ø"/>
            </a:pPr>
            <a:r>
              <a:rPr lang="en-US" b="1" dirty="0"/>
              <a:t>Embeddings</a:t>
            </a:r>
            <a:r>
              <a:rPr lang="en-US" dirty="0"/>
              <a:t>: </a:t>
            </a:r>
            <a:r>
              <a:rPr lang="en-US" dirty="0" err="1"/>
              <a:t>HuggingFace</a:t>
            </a:r>
            <a:r>
              <a:rPr lang="en-US" dirty="0"/>
              <a:t> (sentence-transformers/all-mpnet-base-v2, sentence-transformers==2.7.0)</a:t>
            </a:r>
          </a:p>
          <a:p>
            <a:pPr marL="285750" indent="-285750">
              <a:buFont typeface="Wingdings" panose="05000000000000000000" pitchFamily="2" charset="2"/>
              <a:buChar char="Ø"/>
            </a:pPr>
            <a:r>
              <a:rPr lang="en-US" b="1" dirty="0"/>
              <a:t>Vector database</a:t>
            </a:r>
            <a:r>
              <a:rPr lang="en-US" dirty="0"/>
              <a:t>: </a:t>
            </a:r>
            <a:r>
              <a:rPr lang="en-US" dirty="0" err="1"/>
              <a:t>ChromaDB</a:t>
            </a:r>
            <a:r>
              <a:rPr lang="en-US" dirty="0"/>
              <a:t> (</a:t>
            </a:r>
            <a:r>
              <a:rPr lang="en-US" dirty="0" err="1"/>
              <a:t>chromadb</a:t>
            </a:r>
            <a:r>
              <a:rPr lang="en-US" dirty="0"/>
              <a:t>==0.4.24) — local persistent storage (stores vectors on disk in </a:t>
            </a:r>
            <a:r>
              <a:rPr lang="en-US" dirty="0" err="1"/>
              <a:t>chroma_db</a:t>
            </a:r>
            <a:r>
              <a:rPr lang="en-US" dirty="0"/>
              <a:t>/ folder)</a:t>
            </a:r>
          </a:p>
          <a:p>
            <a:pPr marL="285750" indent="-285750">
              <a:buFont typeface="Wingdings" panose="05000000000000000000" pitchFamily="2" charset="2"/>
              <a:buChar char="Ø"/>
            </a:pPr>
            <a:r>
              <a:rPr lang="en-US" b="1" dirty="0"/>
              <a:t>Searching</a:t>
            </a:r>
            <a:r>
              <a:rPr lang="en-US" dirty="0"/>
              <a:t> :Cosine similarity (built into </a:t>
            </a:r>
            <a:r>
              <a:rPr lang="en-US" dirty="0" err="1"/>
              <a:t>ChromaDB</a:t>
            </a:r>
            <a:r>
              <a:rPr lang="en-US" dirty="0"/>
              <a:t>)and MMR (Maximum </a:t>
            </a:r>
            <a:r>
              <a:rPr lang="en-US" dirty="0" err="1"/>
              <a:t>Mariginal</a:t>
            </a:r>
            <a:r>
              <a:rPr lang="en-US" dirty="0"/>
              <a:t> Relevance)</a:t>
            </a:r>
          </a:p>
          <a:p>
            <a:pPr marL="285750" indent="-285750">
              <a:buFont typeface="Wingdings" panose="05000000000000000000" pitchFamily="2" charset="2"/>
              <a:buChar char="Ø"/>
            </a:pPr>
            <a:r>
              <a:rPr lang="en-US" b="1" dirty="0"/>
              <a:t>LLM</a:t>
            </a:r>
            <a:r>
              <a:rPr lang="en-US" dirty="0"/>
              <a:t>: </a:t>
            </a:r>
            <a:r>
              <a:rPr lang="en-US" dirty="0" err="1"/>
              <a:t>Groq</a:t>
            </a:r>
            <a:r>
              <a:rPr lang="en-US" dirty="0"/>
              <a:t> (via </a:t>
            </a:r>
            <a:r>
              <a:rPr lang="en-US" dirty="0" err="1"/>
              <a:t>langchain-groq</a:t>
            </a:r>
            <a:r>
              <a:rPr lang="en-US" dirty="0"/>
              <a:t>==0.1.5, e.g., Mixtral-8x7b)</a:t>
            </a:r>
          </a:p>
          <a:p>
            <a:pPr marL="285750" indent="-285750">
              <a:buFont typeface="Wingdings" panose="05000000000000000000" pitchFamily="2" charset="2"/>
              <a:buChar char="Ø"/>
            </a:pPr>
            <a:endParaRPr lang="en-US" dirty="0"/>
          </a:p>
          <a:p>
            <a:endParaRPr lang="en-US" dirty="0"/>
          </a:p>
          <a:p>
            <a:endParaRPr lang="en-US" dirty="0"/>
          </a:p>
          <a:p>
            <a:endParaRPr lang="en-US" dirty="0"/>
          </a:p>
        </p:txBody>
      </p:sp>
      <p:sp>
        <p:nvSpPr>
          <p:cNvPr id="2" name="Title 1">
            <a:extLst>
              <a:ext uri="{FF2B5EF4-FFF2-40B4-BE49-F238E27FC236}">
                <a16:creationId xmlns:a16="http://schemas.microsoft.com/office/drawing/2014/main" id="{A022E8C7-95E0-A4B7-54CB-AA4CCD1E7040}"/>
              </a:ext>
            </a:extLst>
          </p:cNvPr>
          <p:cNvSpPr>
            <a:spLocks noGrp="1"/>
          </p:cNvSpPr>
          <p:nvPr>
            <p:ph type="title"/>
          </p:nvPr>
        </p:nvSpPr>
        <p:spPr>
          <a:prstGeom prst="rect">
            <a:avLst/>
          </a:prstGeom>
        </p:spPr>
        <p:txBody>
          <a:bodyPr/>
          <a:lstStyle/>
          <a:p>
            <a:r>
              <a:rPr lang="en-US" dirty="0"/>
              <a:t>Technologies </a:t>
            </a:r>
          </a:p>
        </p:txBody>
      </p:sp>
    </p:spTree>
    <p:extLst>
      <p:ext uri="{BB962C8B-B14F-4D97-AF65-F5344CB8AC3E}">
        <p14:creationId xmlns:p14="http://schemas.microsoft.com/office/powerpoint/2010/main" val="9293964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4F69C-DFB9-300C-AF04-B5BCF7BCE73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1C5156D-2D4E-4517-AB17-CFC3F4F41F60}"/>
              </a:ext>
            </a:extLst>
          </p:cNvPr>
          <p:cNvSpPr txBox="1"/>
          <p:nvPr/>
        </p:nvSpPr>
        <p:spPr>
          <a:xfrm>
            <a:off x="723900" y="457200"/>
            <a:ext cx="6400800" cy="584775"/>
          </a:xfrm>
          <a:prstGeom prst="rect">
            <a:avLst/>
          </a:prstGeom>
          <a:noFill/>
        </p:spPr>
        <p:txBody>
          <a:bodyPr wrap="square" rtlCol="0">
            <a:spAutoFit/>
          </a:bodyPr>
          <a:lstStyle/>
          <a:p>
            <a:r>
              <a:rPr lang="en-US" sz="3200" b="1" dirty="0" err="1"/>
              <a:t>Langchain</a:t>
            </a:r>
            <a:endParaRPr lang="en-US" sz="3200" b="1" dirty="0"/>
          </a:p>
        </p:txBody>
      </p:sp>
      <p:sp>
        <p:nvSpPr>
          <p:cNvPr id="3" name="TextBox 2">
            <a:extLst>
              <a:ext uri="{FF2B5EF4-FFF2-40B4-BE49-F238E27FC236}">
                <a16:creationId xmlns:a16="http://schemas.microsoft.com/office/drawing/2014/main" id="{46F59FF8-BE32-490F-B8F5-74F04125ECF0}"/>
              </a:ext>
            </a:extLst>
          </p:cNvPr>
          <p:cNvSpPr txBox="1"/>
          <p:nvPr/>
        </p:nvSpPr>
        <p:spPr>
          <a:xfrm>
            <a:off x="723900" y="1219200"/>
            <a:ext cx="10629900" cy="2585323"/>
          </a:xfrm>
          <a:prstGeom prst="rect">
            <a:avLst/>
          </a:prstGeom>
          <a:noFill/>
        </p:spPr>
        <p:txBody>
          <a:bodyPr wrap="square" rtlCol="0">
            <a:spAutoFit/>
          </a:bodyPr>
          <a:lstStyle/>
          <a:p>
            <a:r>
              <a:rPr lang="en-US" b="1" dirty="0" err="1"/>
              <a:t>LangChain</a:t>
            </a:r>
            <a:r>
              <a:rPr lang="en-US" dirty="0"/>
              <a:t> is an open-source framework for building applications powered by large language models (LLMs). It helps connect LLMs with data sources, tools, memory, and APIs to create workflows like chatbots, RAG systems, and intelligent agents.</a:t>
            </a:r>
          </a:p>
          <a:p>
            <a:endParaRPr lang="en-US" dirty="0"/>
          </a:p>
          <a:p>
            <a:pPr marL="285750" indent="-285750">
              <a:buFont typeface="Wingdings" panose="05000000000000000000" pitchFamily="2" charset="2"/>
              <a:buChar char="Ø"/>
            </a:pPr>
            <a:r>
              <a:rPr lang="en-US" dirty="0"/>
              <a:t>Open-source framework for building LLM-powered applications</a:t>
            </a:r>
          </a:p>
          <a:p>
            <a:pPr marL="285750" indent="-285750">
              <a:buFont typeface="Wingdings" panose="05000000000000000000" pitchFamily="2" charset="2"/>
              <a:buChar char="Ø"/>
            </a:pPr>
            <a:r>
              <a:rPr lang="en-US" dirty="0"/>
              <a:t>Connects LLMs with data sources, tools, and APIs</a:t>
            </a:r>
          </a:p>
          <a:p>
            <a:pPr marL="285750" indent="-285750">
              <a:buFont typeface="Wingdings" panose="05000000000000000000" pitchFamily="2" charset="2"/>
              <a:buChar char="Ø"/>
            </a:pPr>
            <a:r>
              <a:rPr lang="en-US" dirty="0"/>
              <a:t>Supports chains, memory, and agent-based workflows</a:t>
            </a:r>
          </a:p>
          <a:p>
            <a:pPr marL="285750" indent="-285750">
              <a:buFont typeface="Wingdings" panose="05000000000000000000" pitchFamily="2" charset="2"/>
              <a:buChar char="Ø"/>
            </a:pPr>
            <a:r>
              <a:rPr lang="en-US" dirty="0"/>
              <a:t>Commonly used for chatbots and RAG systems</a:t>
            </a:r>
          </a:p>
          <a:p>
            <a:endParaRPr lang="en-US" dirty="0"/>
          </a:p>
        </p:txBody>
      </p:sp>
    </p:spTree>
    <p:extLst>
      <p:ext uri="{BB962C8B-B14F-4D97-AF65-F5344CB8AC3E}">
        <p14:creationId xmlns:p14="http://schemas.microsoft.com/office/powerpoint/2010/main" val="21606548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F93C8-1081-E737-7BA5-33F140709EB4}"/>
              </a:ext>
            </a:extLst>
          </p:cNvPr>
          <p:cNvSpPr>
            <a:spLocks noGrp="1"/>
          </p:cNvSpPr>
          <p:nvPr>
            <p:ph type="title"/>
          </p:nvPr>
        </p:nvSpPr>
        <p:spPr>
          <a:xfrm>
            <a:off x="647700" y="2438400"/>
            <a:ext cx="6060766" cy="536575"/>
          </a:xfrm>
        </p:spPr>
        <p:txBody>
          <a:bodyPr/>
          <a:lstStyle/>
          <a:p>
            <a:r>
              <a:rPr lang="en-US" dirty="0"/>
              <a:t>Going through code</a:t>
            </a:r>
          </a:p>
        </p:txBody>
      </p:sp>
    </p:spTree>
    <p:extLst>
      <p:ext uri="{BB962C8B-B14F-4D97-AF65-F5344CB8AC3E}">
        <p14:creationId xmlns:p14="http://schemas.microsoft.com/office/powerpoint/2010/main" val="32889486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2E8C7-95E0-A4B7-54CB-AA4CCD1E7040}"/>
              </a:ext>
            </a:extLst>
          </p:cNvPr>
          <p:cNvSpPr>
            <a:spLocks noGrp="1"/>
          </p:cNvSpPr>
          <p:nvPr>
            <p:ph type="title"/>
          </p:nvPr>
        </p:nvSpPr>
        <p:spPr>
          <a:xfrm>
            <a:off x="609600" y="548258"/>
            <a:ext cx="11468100" cy="773396"/>
          </a:xfrm>
          <a:prstGeom prst="rect">
            <a:avLst/>
          </a:prstGeom>
        </p:spPr>
        <p:txBody>
          <a:bodyPr/>
          <a:lstStyle/>
          <a:p>
            <a:r>
              <a:rPr lang="en-US" dirty="0"/>
              <a:t>Application Entry Point &amp; Document Processing Flow</a:t>
            </a:r>
          </a:p>
        </p:txBody>
      </p:sp>
      <p:sp>
        <p:nvSpPr>
          <p:cNvPr id="4" name="Rectangle 1">
            <a:extLst>
              <a:ext uri="{FF2B5EF4-FFF2-40B4-BE49-F238E27FC236}">
                <a16:creationId xmlns:a16="http://schemas.microsoft.com/office/drawing/2014/main" id="{7022D234-79D4-45CD-A6F7-46C2AE5F34A5}"/>
              </a:ext>
            </a:extLst>
          </p:cNvPr>
          <p:cNvSpPr>
            <a:spLocks noGrp="1" noChangeArrowheads="1"/>
          </p:cNvSpPr>
          <p:nvPr>
            <p:ph type="body" sz="quarter" idx="12"/>
          </p:nvPr>
        </p:nvSpPr>
        <p:spPr bwMode="auto">
          <a:xfrm>
            <a:off x="723900" y="1447800"/>
            <a:ext cx="10065576"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The entry point of the application is </a:t>
            </a:r>
            <a:r>
              <a:rPr kumimoji="0" lang="en-US" altLang="en-US" b="1" i="0" u="none" strike="noStrike" cap="none" normalizeH="0" baseline="0" dirty="0">
                <a:ln>
                  <a:noFill/>
                </a:ln>
                <a:solidFill>
                  <a:schemeClr val="tx1"/>
                </a:solidFill>
                <a:effectLst/>
                <a:latin typeface="Arial Unicode MS"/>
              </a:rPr>
              <a:t>app.py</a:t>
            </a:r>
            <a:r>
              <a:rPr kumimoji="0" lang="en-US" altLang="en-US" b="0" i="0" u="none" strike="noStrike" cap="none" normalizeH="0" baseline="0" dirty="0">
                <a:ln>
                  <a:noFill/>
                </a:ln>
                <a:solidFill>
                  <a:schemeClr val="tx1"/>
                </a:solidFill>
                <a:effectLst/>
              </a:rPr>
              <a:t>, built using </a:t>
            </a:r>
            <a:r>
              <a:rPr kumimoji="0" lang="en-US" altLang="en-US" b="1" i="0" u="none" strike="noStrike" cap="none" normalizeH="0" baseline="0" dirty="0" err="1">
                <a:ln>
                  <a:noFill/>
                </a:ln>
                <a:solidFill>
                  <a:schemeClr val="tx1"/>
                </a:solidFill>
                <a:effectLst/>
                <a:latin typeface="Arial" panose="020B0604020202020204" pitchFamily="34" charset="0"/>
              </a:rPr>
              <a:t>Streamlit</a:t>
            </a:r>
            <a:r>
              <a:rPr kumimoji="0" lang="en-US" altLang="en-US" b="0" i="0" u="none" strike="noStrike" cap="none" normalizeH="0" baseline="0" dirty="0">
                <a:ln>
                  <a:noFill/>
                </a:ln>
                <a:solidFill>
                  <a:schemeClr val="tx1"/>
                </a:solidFill>
                <a:effectLst/>
                <a:latin typeface="Arial" panose="020B0604020202020204" pitchFamily="34" charset="0"/>
              </a:rPr>
              <a:t> to provide the user interface.</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a:ln>
                  <a:noFill/>
                </a:ln>
                <a:solidFill>
                  <a:schemeClr val="tx1"/>
                </a:solidFill>
                <a:effectLst/>
                <a:latin typeface="Arial Unicode MS"/>
              </a:rPr>
              <a:t>app.py</a:t>
            </a:r>
            <a:r>
              <a:rPr kumimoji="0" lang="en-US" altLang="en-US" b="1" i="0" u="none" strike="noStrike" cap="none" normalizeH="0" baseline="0" dirty="0">
                <a:ln>
                  <a:noFill/>
                </a:ln>
                <a:solidFill>
                  <a:schemeClr val="tx1"/>
                </a:solidFill>
                <a:effectLst/>
              </a:rPr>
              <a:t> handles:</a:t>
            </a:r>
          </a:p>
          <a:p>
            <a:pPr marR="0" lvl="0" algn="l" defTabSz="914400" rtl="0" eaLnBrk="0" fontAlgn="base" latinLnBrk="0" hangingPunct="0">
              <a:lnSpc>
                <a:spcPct val="100000"/>
              </a:lnSpc>
              <a:spcBef>
                <a:spcPct val="0"/>
              </a:spcBef>
              <a:spcAft>
                <a:spcPct val="0"/>
              </a:spcAft>
              <a:buClrTx/>
              <a:buSzTx/>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r>
              <a:rPr kumimoji="0" lang="en-US" altLang="en-US" i="0" u="none" strike="noStrike" cap="none" normalizeH="0" baseline="0" dirty="0">
                <a:ln>
                  <a:noFill/>
                </a:ln>
                <a:solidFill>
                  <a:schemeClr val="tx1"/>
                </a:solidFill>
                <a:effectLst/>
                <a:latin typeface="Arial" panose="020B0604020202020204" pitchFamily="34" charset="0"/>
              </a:rPr>
              <a:t>    Environment setup and API key configuration</a:t>
            </a:r>
          </a:p>
          <a:p>
            <a:pPr marL="0" marR="0" lvl="0" indent="0" algn="l" defTabSz="914400" rtl="0" eaLnBrk="0" fontAlgn="base" latinLnBrk="0" hangingPunct="0">
              <a:lnSpc>
                <a:spcPct val="100000"/>
              </a:lnSpc>
              <a:spcBef>
                <a:spcPct val="0"/>
              </a:spcBef>
              <a:spcAft>
                <a:spcPct val="0"/>
              </a:spcAft>
              <a:buClrTx/>
              <a:buSzTx/>
              <a:tabLst/>
            </a:pPr>
            <a:r>
              <a:rPr kumimoji="0" lang="en-US" altLang="en-US" i="0" u="none" strike="noStrike" cap="none" normalizeH="0" baseline="0" dirty="0">
                <a:ln>
                  <a:noFill/>
                </a:ln>
                <a:solidFill>
                  <a:schemeClr val="tx1"/>
                </a:solidFill>
                <a:effectLst/>
                <a:latin typeface="Arial" panose="020B0604020202020204" pitchFamily="34" charset="0"/>
              </a:rPr>
              <a:t>    Session state management for chat history</a:t>
            </a:r>
          </a:p>
          <a:p>
            <a:pPr marL="0" marR="0" lvl="0" indent="0" algn="l" defTabSz="914400" rtl="0" eaLnBrk="0" fontAlgn="base" latinLnBrk="0" hangingPunct="0">
              <a:lnSpc>
                <a:spcPct val="100000"/>
              </a:lnSpc>
              <a:spcBef>
                <a:spcPct val="0"/>
              </a:spcBef>
              <a:spcAft>
                <a:spcPct val="0"/>
              </a:spcAft>
              <a:buClrTx/>
              <a:buSzTx/>
              <a:tabLst/>
            </a:pPr>
            <a:r>
              <a:rPr kumimoji="0" lang="en-US" altLang="en-US" i="0" u="none" strike="noStrike" cap="none" normalizeH="0" baseline="0" dirty="0">
                <a:ln>
                  <a:noFill/>
                </a:ln>
                <a:solidFill>
                  <a:schemeClr val="tx1"/>
                </a:solidFill>
                <a:effectLst/>
                <a:latin typeface="Arial" panose="020B0604020202020204" pitchFamily="34" charset="0"/>
              </a:rPr>
              <a:t>    File uploads (PDF documents)</a:t>
            </a:r>
          </a:p>
          <a:p>
            <a:pPr marL="0" marR="0" lvl="0" indent="0" algn="l" defTabSz="914400" rtl="0" eaLnBrk="0" fontAlgn="base" latinLnBrk="0" hangingPunct="0">
              <a:lnSpc>
                <a:spcPct val="100000"/>
              </a:lnSpc>
              <a:spcBef>
                <a:spcPct val="0"/>
              </a:spcBef>
              <a:spcAft>
                <a:spcPct val="0"/>
              </a:spcAft>
              <a:buClrTx/>
              <a:buSzTx/>
              <a:tabLst/>
            </a:pPr>
            <a:r>
              <a:rPr kumimoji="0" lang="en-US" altLang="en-US" i="0" u="none" strike="noStrike" cap="none" normalizeH="0" baseline="0" dirty="0">
                <a:ln>
                  <a:noFill/>
                </a:ln>
                <a:solidFill>
                  <a:schemeClr val="tx1"/>
                </a:solidFill>
                <a:effectLst/>
                <a:latin typeface="Arial" panose="020B0604020202020204" pitchFamily="34" charset="0"/>
              </a:rPr>
              <a:t>    Cleanup of previously processed files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When the user uploads documents and clicks </a:t>
            </a:r>
            <a:r>
              <a:rPr kumimoji="0" lang="en-US" altLang="en-US" b="1" i="0" u="none" strike="noStrike" cap="none" normalizeH="0" baseline="0" dirty="0">
                <a:ln>
                  <a:noFill/>
                </a:ln>
                <a:solidFill>
                  <a:schemeClr val="tx1"/>
                </a:solidFill>
                <a:effectLst/>
                <a:latin typeface="Arial" panose="020B0604020202020204" pitchFamily="34" charset="0"/>
              </a:rPr>
              <a:t>“Process Documents”</a:t>
            </a:r>
            <a:r>
              <a:rPr kumimoji="0" lang="en-US" altLang="en-US" b="0" i="0" u="none" strike="noStrike" cap="none" normalizeH="0" baseline="0" dirty="0">
                <a:ln>
                  <a:noFill/>
                </a:ln>
                <a:solidFill>
                  <a:schemeClr val="tx1"/>
                </a:solidFill>
                <a:effectLst/>
                <a:latin typeface="Arial" panose="020B0604020202020204" pitchFamily="34" charset="0"/>
              </a:rPr>
              <a:t>:</a:t>
            </a:r>
          </a:p>
          <a:p>
            <a:pPr marR="0" lvl="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Arial Unicode MS"/>
              </a:rPr>
              <a:t>app.py</a:t>
            </a:r>
            <a:r>
              <a:rPr kumimoji="0" lang="en-US" altLang="en-US" b="0" i="0" u="none" strike="noStrike" cap="none" normalizeH="0" baseline="0" dirty="0">
                <a:ln>
                  <a:noFill/>
                </a:ln>
                <a:solidFill>
                  <a:schemeClr val="tx1"/>
                </a:solidFill>
                <a:effectLst/>
              </a:rPr>
              <a:t> initializes the RAG pipeline by creating an object of</a:t>
            </a:r>
            <a:br>
              <a:rPr kumimoji="0" lang="en-US" altLang="en-US" b="0" i="0" u="none" strike="noStrike" cap="none" normalizeH="0" baseline="0" dirty="0">
                <a:ln>
                  <a:noFill/>
                </a:ln>
                <a:solidFill>
                  <a:schemeClr val="tx1"/>
                </a:solidFill>
                <a:effectLst/>
              </a:rPr>
            </a:br>
            <a:r>
              <a:rPr kumimoji="0" lang="en-US" altLang="en-US" b="1" i="0" u="none" strike="noStrike" cap="none" normalizeH="0" baseline="0" dirty="0" err="1">
                <a:ln>
                  <a:noFill/>
                </a:ln>
                <a:solidFill>
                  <a:schemeClr val="tx1"/>
                </a:solidFill>
                <a:effectLst/>
                <a:latin typeface="Arial Unicode MS"/>
              </a:rPr>
              <a:t>PDFRAGEngine</a:t>
            </a:r>
            <a:r>
              <a:rPr kumimoji="0" lang="en-US" altLang="en-US" b="1" i="0" u="none" strike="noStrike" cap="none" normalizeH="0" baseline="0" dirty="0">
                <a:ln>
                  <a:noFill/>
                </a:ln>
                <a:solidFill>
                  <a:schemeClr val="tx1"/>
                </a:solidFill>
                <a:effectLst/>
              </a:rPr>
              <a:t> class</a:t>
            </a:r>
            <a:r>
              <a:rPr kumimoji="0" lang="en-US" altLang="en-US" b="0" i="0" u="none" strike="noStrike" cap="none" normalizeH="0" baseline="0" dirty="0">
                <a:ln>
                  <a:noFill/>
                </a:ln>
                <a:solidFill>
                  <a:schemeClr val="tx1"/>
                </a:solidFill>
                <a:effectLst/>
                <a:latin typeface="Arial" panose="020B0604020202020204" pitchFamily="34" charset="0"/>
              </a:rPr>
              <a:t> from </a:t>
            </a:r>
            <a:r>
              <a:rPr kumimoji="0" lang="en-US" altLang="en-US" b="1" i="0" u="none" strike="noStrike" cap="none" normalizeH="0" baseline="0" dirty="0">
                <a:ln>
                  <a:noFill/>
                </a:ln>
                <a:solidFill>
                  <a:schemeClr val="tx1"/>
                </a:solidFill>
                <a:effectLst/>
                <a:latin typeface="Arial Unicode MS"/>
              </a:rPr>
              <a:t>rag_engine.py</a:t>
            </a:r>
            <a:endParaRPr kumimoji="0" lang="en-US" altLang="en-US"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err="1">
                <a:ln>
                  <a:noFill/>
                </a:ln>
                <a:solidFill>
                  <a:schemeClr val="tx1"/>
                </a:solidFill>
                <a:effectLst/>
                <a:latin typeface="Arial Unicode MS"/>
              </a:rPr>
              <a:t>rag_engine</a:t>
            </a:r>
            <a:r>
              <a:rPr kumimoji="0" lang="en-US" altLang="en-US" b="1" i="0" u="none" strike="noStrike" cap="none" normalizeH="0" baseline="0" dirty="0">
                <a:ln>
                  <a:noFill/>
                </a:ln>
                <a:solidFill>
                  <a:schemeClr val="tx1"/>
                </a:solidFill>
                <a:effectLst/>
                <a:latin typeface="Arial Unicode MS"/>
              </a:rPr>
              <a:t> = </a:t>
            </a:r>
            <a:r>
              <a:rPr kumimoji="0" lang="en-US" altLang="en-US" b="1" i="0" u="none" strike="noStrike" cap="none" normalizeH="0" baseline="0" dirty="0" err="1">
                <a:ln>
                  <a:noFill/>
                </a:ln>
                <a:solidFill>
                  <a:schemeClr val="tx1"/>
                </a:solidFill>
                <a:effectLst/>
                <a:latin typeface="Arial Unicode MS"/>
              </a:rPr>
              <a:t>PDFRAGEngine</a:t>
            </a:r>
            <a:r>
              <a:rPr kumimoji="0" lang="en-US" altLang="en-US" b="1" i="0" u="none" strike="noStrike" cap="none" normalizeH="0" baseline="0" dirty="0">
                <a:ln>
                  <a:noFill/>
                </a:ln>
                <a:solidFill>
                  <a:schemeClr val="tx1"/>
                </a:solidFill>
                <a:effectLst/>
                <a:latin typeface="Arial Unicode MS"/>
              </a:rPr>
              <a:t>() </a:t>
            </a:r>
            <a:endParaRPr kumimoji="0" lang="en-US" altLang="en-US" b="1"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8198689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2E8C7-95E0-A4B7-54CB-AA4CCD1E7040}"/>
              </a:ext>
            </a:extLst>
          </p:cNvPr>
          <p:cNvSpPr>
            <a:spLocks noGrp="1"/>
          </p:cNvSpPr>
          <p:nvPr>
            <p:ph type="title"/>
          </p:nvPr>
        </p:nvSpPr>
        <p:spPr>
          <a:xfrm>
            <a:off x="609600" y="548258"/>
            <a:ext cx="11468100" cy="773396"/>
          </a:xfrm>
          <a:prstGeom prst="rect">
            <a:avLst/>
          </a:prstGeom>
        </p:spPr>
        <p:txBody>
          <a:bodyPr/>
          <a:lstStyle/>
          <a:p>
            <a:r>
              <a:rPr lang="en-US" dirty="0"/>
              <a:t>Application Entry Point &amp; Document Processing Flow</a:t>
            </a:r>
          </a:p>
        </p:txBody>
      </p:sp>
      <p:sp>
        <p:nvSpPr>
          <p:cNvPr id="4" name="Rectangle 1">
            <a:extLst>
              <a:ext uri="{FF2B5EF4-FFF2-40B4-BE49-F238E27FC236}">
                <a16:creationId xmlns:a16="http://schemas.microsoft.com/office/drawing/2014/main" id="{7022D234-79D4-45CD-A6F7-46C2AE5F34A5}"/>
              </a:ext>
            </a:extLst>
          </p:cNvPr>
          <p:cNvSpPr>
            <a:spLocks noGrp="1" noChangeArrowheads="1"/>
          </p:cNvSpPr>
          <p:nvPr>
            <p:ph type="body" sz="quarter" idx="12"/>
          </p:nvPr>
        </p:nvSpPr>
        <p:spPr bwMode="auto">
          <a:xfrm>
            <a:off x="723900" y="1321654"/>
            <a:ext cx="10232288"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Uploaded PDF files are passed to </a:t>
            </a:r>
            <a:r>
              <a:rPr kumimoji="0" lang="en-US" altLang="en-US" b="1" i="0" u="none" strike="noStrike" cap="none" normalizeH="0" baseline="0" dirty="0">
                <a:ln>
                  <a:noFill/>
                </a:ln>
                <a:solidFill>
                  <a:schemeClr val="tx1"/>
                </a:solidFill>
                <a:effectLst/>
                <a:latin typeface="Arial Unicode MS"/>
              </a:rPr>
              <a:t>rag_engine.py</a:t>
            </a:r>
            <a:r>
              <a:rPr kumimoji="0" lang="en-US" altLang="en-US" b="0" i="0" u="none" strike="noStrike" cap="none" normalizeH="0" baseline="0" dirty="0">
                <a:ln>
                  <a:noFill/>
                </a:ln>
                <a:solidFill>
                  <a:schemeClr val="tx1"/>
                </a:solidFill>
                <a:effectLst/>
              </a:rPr>
              <a:t>, where:</a:t>
            </a:r>
          </a:p>
          <a:p>
            <a:pPr marR="0" lvl="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Arial" panose="020B0604020202020204" pitchFamily="34" charset="0"/>
              </a:rPr>
              <a:t> Documents are loaded using </a:t>
            </a:r>
            <a:r>
              <a:rPr kumimoji="0" lang="en-US" altLang="en-US" b="1" i="0" u="none" strike="noStrike" cap="none" normalizeH="0" baseline="0" dirty="0" err="1">
                <a:ln>
                  <a:noFill/>
                </a:ln>
                <a:solidFill>
                  <a:schemeClr val="tx1"/>
                </a:solidFill>
                <a:effectLst/>
                <a:latin typeface="Arial Unicode MS"/>
              </a:rPr>
              <a:t>load_documents</a:t>
            </a:r>
            <a:r>
              <a:rPr kumimoji="0" lang="en-US" altLang="en-US" b="1" i="0" u="none" strike="noStrike" cap="none" normalizeH="0" baseline="0" dirty="0">
                <a:ln>
                  <a:noFill/>
                </a:ln>
                <a:solidFill>
                  <a:schemeClr val="tx1"/>
                </a:solidFill>
                <a:effectLst/>
                <a:latin typeface="Arial Unicode MS"/>
              </a:rPr>
              <a:t>()</a:t>
            </a:r>
            <a:endParaRPr kumimoji="0" lang="en-US" altLang="en-US"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Arial" panose="020B0604020202020204" pitchFamily="34" charset="0"/>
              </a:rPr>
              <a:t> Text is split into smaller chunks using </a:t>
            </a:r>
            <a:r>
              <a:rPr kumimoji="0" lang="en-US" altLang="en-US" b="1" i="0" u="none" strike="noStrike" cap="none" normalizeH="0" baseline="0" dirty="0" err="1">
                <a:ln>
                  <a:noFill/>
                </a:ln>
                <a:solidFill>
                  <a:schemeClr val="tx1"/>
                </a:solidFill>
                <a:effectLst/>
                <a:latin typeface="Arial Unicode MS"/>
              </a:rPr>
              <a:t>split_documents</a:t>
            </a:r>
            <a:r>
              <a:rPr kumimoji="0" lang="en-US" altLang="en-US" b="1" i="0" u="none" strike="noStrike" cap="none" normalizeH="0" baseline="0" dirty="0">
                <a:ln>
                  <a:noFill/>
                </a:ln>
                <a:solidFill>
                  <a:schemeClr val="tx1"/>
                </a:solidFill>
                <a:effectLst/>
                <a:latin typeface="Arial Unicode MS"/>
              </a:rPr>
              <a:t>()</a:t>
            </a:r>
            <a:endParaRPr kumimoji="0" lang="en-US" altLang="en-US"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Arial" panose="020B0604020202020204" pitchFamily="34" charset="0"/>
              </a:rPr>
              <a:t> Each chunk is converted into embeddings using </a:t>
            </a:r>
            <a:r>
              <a:rPr kumimoji="0" lang="en-US" altLang="en-US" b="1" i="0" u="none" strike="noStrike" cap="none" normalizeH="0" baseline="0" dirty="0" err="1">
                <a:ln>
                  <a:noFill/>
                </a:ln>
                <a:solidFill>
                  <a:schemeClr val="tx1"/>
                </a:solidFill>
                <a:effectLst/>
                <a:latin typeface="Arial" panose="020B0604020202020204" pitchFamily="34" charset="0"/>
              </a:rPr>
              <a:t>HuggingFace</a:t>
            </a:r>
            <a:r>
              <a:rPr kumimoji="0" lang="en-US" altLang="en-US" b="1" i="0" u="none" strike="noStrike" cap="none" normalizeH="0" baseline="0" dirty="0">
                <a:ln>
                  <a:noFill/>
                </a:ln>
                <a:solidFill>
                  <a:schemeClr val="tx1"/>
                </a:solidFill>
                <a:effectLst/>
                <a:latin typeface="Arial" panose="020B0604020202020204" pitchFamily="34" charset="0"/>
              </a:rPr>
              <a:t> embedding model</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The generated embeddings and metadata are stored in a </a:t>
            </a:r>
            <a:r>
              <a:rPr kumimoji="0" lang="en-US" altLang="en-US" b="1" i="0" u="none" strike="noStrike" cap="none" normalizeH="0" baseline="0" dirty="0">
                <a:ln>
                  <a:noFill/>
                </a:ln>
                <a:solidFill>
                  <a:schemeClr val="tx1"/>
                </a:solidFill>
                <a:effectLst/>
                <a:latin typeface="Arial" panose="020B0604020202020204" pitchFamily="34" charset="0"/>
              </a:rPr>
              <a:t>persistent Chroma vector database</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a:ln>
                  <a:noFill/>
                </a:ln>
                <a:solidFill>
                  <a:schemeClr val="tx1"/>
                </a:solidFill>
                <a:effectLst/>
                <a:latin typeface="Arial" panose="020B0604020202020204" pitchFamily="34" charset="0"/>
              </a:rPr>
              <a:t>(</a:t>
            </a:r>
            <a:r>
              <a:rPr kumimoji="0" lang="en-US" altLang="en-US" b="0" i="0" u="none" strike="noStrike" cap="none" normalizeH="0" baseline="0" dirty="0" err="1">
                <a:ln>
                  <a:noFill/>
                </a:ln>
                <a:solidFill>
                  <a:schemeClr val="tx1"/>
                </a:solidFill>
                <a:effectLst/>
                <a:latin typeface="Arial Unicode MS"/>
              </a:rPr>
              <a:t>chroma.sqlite</a:t>
            </a:r>
            <a:r>
              <a:rPr kumimoji="0" lang="en-US" altLang="en-US" b="0" i="0" u="none" strike="noStrike" cap="none" normalizeH="0" baseline="0" dirty="0">
                <a:ln>
                  <a:noFill/>
                </a:ln>
                <a:solidFill>
                  <a:schemeClr val="tx1"/>
                </a:solidFill>
                <a:effectLst/>
              </a:rPr>
              <a:t>) using:</a:t>
            </a:r>
            <a:endParaRPr kumimoji="0" lang="en-US" altLang="en-US"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Unicode MS"/>
              </a:rPr>
              <a:t>    </a:t>
            </a:r>
            <a:r>
              <a:rPr kumimoji="0" lang="en-US" altLang="en-US" b="1" i="0" u="none" strike="noStrike" cap="none" normalizeH="0" baseline="0" dirty="0" err="1">
                <a:ln>
                  <a:noFill/>
                </a:ln>
                <a:solidFill>
                  <a:schemeClr val="tx1"/>
                </a:solidFill>
                <a:effectLst/>
                <a:latin typeface="Arial Unicode MS"/>
              </a:rPr>
              <a:t>create_or_load_vectorstore</a:t>
            </a:r>
            <a:r>
              <a:rPr kumimoji="0" lang="en-US" altLang="en-US" b="1" i="0" u="none" strike="noStrike" cap="none" normalizeH="0" baseline="0" dirty="0">
                <a:ln>
                  <a:noFill/>
                </a:ln>
                <a:solidFill>
                  <a:schemeClr val="tx1"/>
                </a:solidFill>
                <a:effectLst/>
                <a:latin typeface="Arial Unicode MS"/>
              </a:rPr>
              <a: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After document processing, the system creates:</a:t>
            </a:r>
          </a:p>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 </a:t>
            </a:r>
            <a:r>
              <a:rPr kumimoji="0" lang="en-US" altLang="en-US" sz="1800" b="1" i="0" u="none" strike="noStrike" cap="none" normalizeH="0" baseline="0" dirty="0">
                <a:ln>
                  <a:noFill/>
                </a:ln>
                <a:solidFill>
                  <a:schemeClr val="tx1"/>
                </a:solidFill>
                <a:effectLst/>
                <a:latin typeface="Arial" panose="020B0604020202020204" pitchFamily="34" charset="0"/>
              </a:rPr>
              <a:t>Retriever</a:t>
            </a:r>
            <a:r>
              <a:rPr kumimoji="0" lang="en-US" altLang="en-US" sz="1800" b="0" i="0" u="none" strike="noStrike" cap="none" normalizeH="0" baseline="0" dirty="0">
                <a:ln>
                  <a:noFill/>
                </a:ln>
                <a:solidFill>
                  <a:schemeClr val="tx1"/>
                </a:solidFill>
                <a:effectLst/>
                <a:latin typeface="Arial" panose="020B0604020202020204" pitchFamily="34" charset="0"/>
              </a:rPr>
              <a:t> using </a:t>
            </a:r>
            <a:r>
              <a:rPr kumimoji="0" lang="en-US" altLang="en-US" sz="1800" b="1" i="0" u="none" strike="noStrike" cap="none" normalizeH="0" baseline="0" dirty="0">
                <a:ln>
                  <a:noFill/>
                </a:ln>
                <a:solidFill>
                  <a:schemeClr val="tx1"/>
                </a:solidFill>
                <a:effectLst/>
                <a:latin typeface="Arial" panose="020B0604020202020204" pitchFamily="34" charset="0"/>
              </a:rPr>
              <a:t>MMR (Max Marginal Relevance)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  Cosine similarity</a:t>
            </a:r>
            <a:r>
              <a:rPr kumimoji="0" lang="en-US" altLang="en-US" sz="1800" b="0" i="0" u="none" strike="noStrike" cap="none" normalizeH="0" baseline="0" dirty="0">
                <a:ln>
                  <a:noFill/>
                </a:ln>
                <a:solidFill>
                  <a:schemeClr val="tx1"/>
                </a:solidFill>
                <a:effectLst/>
                <a:latin typeface="Arial" panose="020B0604020202020204" pitchFamily="34" charset="0"/>
              </a:rPr>
              <a:t> for semantic search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219391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2E8C7-95E0-A4B7-54CB-AA4CCD1E7040}"/>
              </a:ext>
            </a:extLst>
          </p:cNvPr>
          <p:cNvSpPr>
            <a:spLocks noGrp="1"/>
          </p:cNvSpPr>
          <p:nvPr>
            <p:ph type="title"/>
          </p:nvPr>
        </p:nvSpPr>
        <p:spPr>
          <a:xfrm>
            <a:off x="495300" y="381000"/>
            <a:ext cx="11468100" cy="773396"/>
          </a:xfrm>
          <a:prstGeom prst="rect">
            <a:avLst/>
          </a:prstGeom>
        </p:spPr>
        <p:txBody>
          <a:bodyPr/>
          <a:lstStyle/>
          <a:p>
            <a:r>
              <a:rPr lang="en-US" dirty="0"/>
              <a:t>Query Processing, Retrieval &amp; Answer Generation</a:t>
            </a:r>
          </a:p>
        </p:txBody>
      </p:sp>
      <p:sp>
        <p:nvSpPr>
          <p:cNvPr id="5" name="Rectangle 2">
            <a:extLst>
              <a:ext uri="{FF2B5EF4-FFF2-40B4-BE49-F238E27FC236}">
                <a16:creationId xmlns:a16="http://schemas.microsoft.com/office/drawing/2014/main" id="{EBDD6CD0-3248-4F81-B648-FBDB5ECFF934}"/>
              </a:ext>
            </a:extLst>
          </p:cNvPr>
          <p:cNvSpPr>
            <a:spLocks noGrp="1" noChangeArrowheads="1"/>
          </p:cNvSpPr>
          <p:nvPr>
            <p:ph type="body" sz="quarter" idx="12"/>
          </p:nvPr>
        </p:nvSpPr>
        <p:spPr bwMode="auto">
          <a:xfrm>
            <a:off x="723900" y="1186577"/>
            <a:ext cx="8915400"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When the user enters a question:</a:t>
            </a: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Arial Unicode MS"/>
              </a:rPr>
              <a:t>    app.py</a:t>
            </a:r>
            <a:r>
              <a:rPr kumimoji="0" lang="en-US" altLang="en-US" b="0" i="0" u="none" strike="noStrike" cap="none" normalizeH="0" baseline="0" dirty="0">
                <a:ln>
                  <a:noFill/>
                </a:ln>
                <a:solidFill>
                  <a:schemeClr val="tx1"/>
                </a:solidFill>
                <a:effectLst/>
              </a:rPr>
              <a:t> calls the method:</a:t>
            </a:r>
            <a:endParaRPr kumimoji="0" lang="en-US" altLang="en-US"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Unicode MS"/>
              </a:rPr>
              <a:t>    </a:t>
            </a:r>
            <a:r>
              <a:rPr kumimoji="0" lang="en-US" altLang="en-US" b="0" i="0" u="none" strike="noStrike" cap="none" normalizeH="0" baseline="0" dirty="0" err="1">
                <a:ln>
                  <a:noFill/>
                </a:ln>
                <a:solidFill>
                  <a:schemeClr val="tx1"/>
                </a:solidFill>
                <a:effectLst/>
                <a:latin typeface="Arial Unicode MS"/>
              </a:rPr>
              <a:t>ask_question</a:t>
            </a:r>
            <a:r>
              <a:rPr kumimoji="0" lang="en-US" altLang="en-US" b="0" i="0" u="none" strike="noStrike" cap="none" normalizeH="0" baseline="0" dirty="0">
                <a:ln>
                  <a:noFill/>
                </a:ln>
                <a:solidFill>
                  <a:schemeClr val="tx1"/>
                </a:solidFill>
                <a:effectLst/>
                <a:latin typeface="Arial Unicode MS"/>
              </a:rPr>
              <a:t>(query) </a:t>
            </a:r>
            <a:r>
              <a:rPr lang="en-US" altLang="en-US" dirty="0"/>
              <a:t> </a:t>
            </a:r>
            <a:r>
              <a:rPr kumimoji="0" lang="en-US" altLang="en-US" b="0" i="0" u="none" strike="noStrike" cap="none" normalizeH="0" baseline="0" dirty="0">
                <a:ln>
                  <a:noFill/>
                </a:ln>
                <a:solidFill>
                  <a:schemeClr val="tx1"/>
                </a:solidFill>
                <a:effectLst/>
                <a:latin typeface="Arial" panose="020B0604020202020204" pitchFamily="34" charset="0"/>
              </a:rPr>
              <a:t>from </a:t>
            </a:r>
            <a:r>
              <a:rPr kumimoji="0" lang="en-US" altLang="en-US" b="1" i="0" u="none" strike="noStrike" cap="none" normalizeH="0" baseline="0" dirty="0">
                <a:ln>
                  <a:noFill/>
                </a:ln>
                <a:solidFill>
                  <a:schemeClr val="tx1"/>
                </a:solidFill>
                <a:effectLst/>
                <a:latin typeface="Arial Unicode MS"/>
              </a:rPr>
              <a:t>rag_engine.py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Inside </a:t>
            </a:r>
            <a:r>
              <a:rPr kumimoji="0" lang="en-US" altLang="en-US" b="0" i="0" u="none" strike="noStrike" cap="none" normalizeH="0" baseline="0" dirty="0" err="1">
                <a:ln>
                  <a:noFill/>
                </a:ln>
                <a:solidFill>
                  <a:schemeClr val="tx1"/>
                </a:solidFill>
                <a:effectLst/>
                <a:latin typeface="Arial Unicode MS"/>
              </a:rPr>
              <a:t>ask_question</a:t>
            </a:r>
            <a:r>
              <a:rPr kumimoji="0" lang="en-US" altLang="en-US" b="0" i="0" u="none" strike="noStrike" cap="none" normalizeH="0" baseline="0" dirty="0">
                <a:ln>
                  <a:noFill/>
                </a:ln>
                <a:solidFill>
                  <a:schemeClr val="tx1"/>
                </a:solidFill>
                <a:effectLst/>
                <a:latin typeface="Arial Unicode MS"/>
              </a:rPr>
              <a:t>()</a:t>
            </a:r>
            <a:r>
              <a:rPr kumimoji="0" lang="en-US" altLang="en-US"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The user query is converted into an </a:t>
            </a:r>
            <a:r>
              <a:rPr kumimoji="0" lang="en-US" altLang="en-US" sz="1800" b="1" i="0" u="none" strike="noStrike" cap="none" normalizeH="0" baseline="0" dirty="0">
                <a:ln>
                  <a:noFill/>
                </a:ln>
                <a:solidFill>
                  <a:schemeClr val="tx1"/>
                </a:solidFill>
                <a:effectLst/>
                <a:latin typeface="Arial" panose="020B0604020202020204" pitchFamily="34" charset="0"/>
              </a:rPr>
              <a:t>embedding</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Relevant document chunks are retrieved from </a:t>
            </a:r>
            <a:r>
              <a:rPr kumimoji="0" lang="en-US" altLang="en-US" sz="1800" b="1" i="0" u="none" strike="noStrike" cap="none" normalizeH="0" baseline="0" dirty="0">
                <a:ln>
                  <a:noFill/>
                </a:ln>
                <a:solidFill>
                  <a:schemeClr val="tx1"/>
                </a:solidFill>
                <a:effectLst/>
                <a:latin typeface="Arial" panose="020B0604020202020204" pitchFamily="34" charset="0"/>
              </a:rPr>
              <a:t>Chroma DB</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Retrieved chunks are passed as </a:t>
            </a:r>
            <a:r>
              <a:rPr kumimoji="0" lang="en-US" altLang="en-US" sz="1800" b="1" i="0" u="none" strike="noStrike" cap="none" normalizeH="0" baseline="0" dirty="0">
                <a:ln>
                  <a:noFill/>
                </a:ln>
                <a:solidFill>
                  <a:schemeClr val="tx1"/>
                </a:solidFill>
                <a:effectLst/>
                <a:latin typeface="Arial" panose="020B0604020202020204" pitchFamily="34" charset="0"/>
              </a:rPr>
              <a:t>context</a:t>
            </a:r>
            <a:r>
              <a:rPr kumimoji="0" lang="en-US" altLang="en-US" sz="1800" b="0" i="0" u="none" strike="noStrike" cap="none" normalizeH="0" baseline="0" dirty="0">
                <a:ln>
                  <a:noFill/>
                </a:ln>
                <a:solidFill>
                  <a:schemeClr val="tx1"/>
                </a:solidFill>
                <a:effectLst/>
                <a:latin typeface="Arial" panose="020B0604020202020204" pitchFamily="34" charset="0"/>
              </a:rPr>
              <a:t> to the LLM</a:t>
            </a:r>
          </a:p>
        </p:txBody>
      </p:sp>
    </p:spTree>
    <p:extLst>
      <p:ext uri="{BB962C8B-B14F-4D97-AF65-F5344CB8AC3E}">
        <p14:creationId xmlns:p14="http://schemas.microsoft.com/office/powerpoint/2010/main" val="16608156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2E8C7-95E0-A4B7-54CB-AA4CCD1E7040}"/>
              </a:ext>
            </a:extLst>
          </p:cNvPr>
          <p:cNvSpPr>
            <a:spLocks noGrp="1"/>
          </p:cNvSpPr>
          <p:nvPr>
            <p:ph type="title"/>
          </p:nvPr>
        </p:nvSpPr>
        <p:spPr>
          <a:xfrm>
            <a:off x="495300" y="381000"/>
            <a:ext cx="11468100" cy="773396"/>
          </a:xfrm>
          <a:prstGeom prst="rect">
            <a:avLst/>
          </a:prstGeom>
        </p:spPr>
        <p:txBody>
          <a:bodyPr/>
          <a:lstStyle/>
          <a:p>
            <a:r>
              <a:rPr lang="en-US" dirty="0"/>
              <a:t>Query Processing, Retrieval &amp; Answer Generation</a:t>
            </a:r>
          </a:p>
        </p:txBody>
      </p:sp>
      <p:sp>
        <p:nvSpPr>
          <p:cNvPr id="5" name="Rectangle 2">
            <a:extLst>
              <a:ext uri="{FF2B5EF4-FFF2-40B4-BE49-F238E27FC236}">
                <a16:creationId xmlns:a16="http://schemas.microsoft.com/office/drawing/2014/main" id="{EBDD6CD0-3248-4F81-B648-FBDB5ECFF934}"/>
              </a:ext>
            </a:extLst>
          </p:cNvPr>
          <p:cNvSpPr>
            <a:spLocks noGrp="1" noChangeArrowheads="1"/>
          </p:cNvSpPr>
          <p:nvPr>
            <p:ph type="body" sz="quarter" idx="12"/>
          </p:nvPr>
        </p:nvSpPr>
        <p:spPr bwMode="auto">
          <a:xfrm>
            <a:off x="904514" y="1260903"/>
            <a:ext cx="10591361"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err="1">
                <a:ln>
                  <a:noFill/>
                </a:ln>
                <a:solidFill>
                  <a:schemeClr val="tx1"/>
                </a:solidFill>
                <a:effectLst/>
                <a:latin typeface="Arial" panose="020B0604020202020204" pitchFamily="34" charset="0"/>
              </a:rPr>
              <a:t>Groq</a:t>
            </a:r>
            <a:r>
              <a:rPr kumimoji="0" lang="en-US" altLang="en-US" sz="1800" b="1" i="0" u="none" strike="noStrike" cap="none" normalizeH="0" baseline="0" dirty="0">
                <a:ln>
                  <a:noFill/>
                </a:ln>
                <a:solidFill>
                  <a:schemeClr val="tx1"/>
                </a:solidFill>
                <a:effectLst/>
                <a:latin typeface="Arial" panose="020B0604020202020204" pitchFamily="34" charset="0"/>
              </a:rPr>
              <a:t> LLM</a:t>
            </a:r>
            <a:r>
              <a:rPr kumimoji="0" lang="en-US" altLang="en-US" sz="1800" b="0" i="0" u="none" strike="noStrike" cap="none" normalizeH="0" baseline="0" dirty="0">
                <a:ln>
                  <a:noFill/>
                </a:ln>
                <a:solidFill>
                  <a:schemeClr val="tx1"/>
                </a:solidFill>
                <a:effectLst/>
                <a:latin typeface="Arial" panose="020B0604020202020204" pitchFamily="34" charset="0"/>
              </a:rPr>
              <a:t> generates a </a:t>
            </a:r>
            <a:r>
              <a:rPr kumimoji="0" lang="en-US" altLang="en-US" sz="1800" b="1" i="0" u="none" strike="noStrike" cap="none" normalizeH="0" baseline="0" dirty="0">
                <a:ln>
                  <a:noFill/>
                </a:ln>
                <a:solidFill>
                  <a:schemeClr val="tx1"/>
                </a:solidFill>
                <a:effectLst/>
                <a:latin typeface="Arial" panose="020B0604020202020204" pitchFamily="34" charset="0"/>
              </a:rPr>
              <a:t>context-aware response</a:t>
            </a:r>
            <a:r>
              <a:rPr kumimoji="0" lang="en-US" altLang="en-US" sz="1800" b="0" i="0" u="none" strike="noStrike" cap="none" normalizeH="0" baseline="0" dirty="0">
                <a:ln>
                  <a:noFill/>
                </a:ln>
                <a:solidFill>
                  <a:schemeClr val="tx1"/>
                </a:solidFill>
                <a:effectLst/>
                <a:latin typeface="Arial" panose="020B0604020202020204" pitchFamily="34" charset="0"/>
              </a:rPr>
              <a:t> using:</a:t>
            </a:r>
          </a:p>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User query</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Retrieved document chunks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The final output includes:</a:t>
            </a:r>
          </a:p>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Generated answer</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Source document references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Unicode MS"/>
              </a:rPr>
              <a:t>app.py</a:t>
            </a:r>
            <a:r>
              <a:rPr kumimoji="0" lang="en-US" altLang="en-US" b="0" i="0" u="none" strike="noStrike" cap="none" normalizeH="0" baseline="0" dirty="0">
                <a:ln>
                  <a:noFill/>
                </a:ln>
                <a:solidFill>
                  <a:schemeClr val="tx1"/>
                </a:solidFill>
                <a:effectLst/>
              </a:rPr>
              <a:t> displays the response in the UI and maintains </a:t>
            </a:r>
            <a:r>
              <a:rPr kumimoji="0" lang="en-US" altLang="en-US" b="1" i="0" u="none" strike="noStrike" cap="none" normalizeH="0" baseline="0" dirty="0">
                <a:ln>
                  <a:noFill/>
                </a:ln>
                <a:solidFill>
                  <a:schemeClr val="tx1"/>
                </a:solidFill>
                <a:effectLst/>
                <a:latin typeface="Arial" panose="020B0604020202020204" pitchFamily="34" charset="0"/>
              </a:rPr>
              <a:t>conversation history</a:t>
            </a:r>
            <a:r>
              <a:rPr kumimoji="0" lang="en-US" altLang="en-US" b="0" i="0" u="none" strike="noStrike" cap="none" normalizeH="0" baseline="0" dirty="0">
                <a:ln>
                  <a:noFill/>
                </a:ln>
                <a:solidFill>
                  <a:schemeClr val="tx1"/>
                </a:solidFill>
                <a:effectLst/>
                <a:latin typeface="Arial" panose="020B0604020202020204" pitchFamily="34" charset="0"/>
              </a:rPr>
              <a:t> for follow-up </a:t>
            </a:r>
            <a:r>
              <a:rPr kumimoji="0" lang="en-US" altLang="en-US" sz="1800" b="0" i="0" u="none" strike="noStrike" cap="none" normalizeH="0" baseline="0" dirty="0">
                <a:ln>
                  <a:noFill/>
                </a:ln>
                <a:solidFill>
                  <a:schemeClr val="tx1"/>
                </a:solidFill>
                <a:effectLst/>
                <a:latin typeface="Arial" panose="020B0604020202020204" pitchFamily="34" charset="0"/>
              </a:rPr>
              <a:t>questions</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using </a:t>
            </a:r>
            <a:r>
              <a:rPr kumimoji="0" lang="en-US" altLang="en-US" sz="1800" b="0" i="0" u="none" strike="noStrike" cap="none" normalizeH="0" baseline="0" dirty="0" err="1">
                <a:ln>
                  <a:noFill/>
                </a:ln>
                <a:solidFill>
                  <a:schemeClr val="tx1"/>
                </a:solidFill>
                <a:effectLst/>
                <a:latin typeface="Arial" panose="020B0604020202020204" pitchFamily="34" charset="0"/>
              </a:rPr>
              <a:t>Streamlit</a:t>
            </a:r>
            <a:r>
              <a:rPr kumimoji="0" lang="en-US" altLang="en-US" sz="1800" b="0" i="0" u="none" strike="noStrike" cap="none" normalizeH="0" baseline="0" dirty="0">
                <a:ln>
                  <a:noFill/>
                </a:ln>
                <a:solidFill>
                  <a:schemeClr val="tx1"/>
                </a:solidFill>
                <a:effectLst/>
                <a:latin typeface="Arial" panose="020B0604020202020204" pitchFamily="34" charset="0"/>
              </a:rPr>
              <a:t> session state.</a:t>
            </a:r>
          </a:p>
        </p:txBody>
      </p:sp>
    </p:spTree>
    <p:extLst>
      <p:ext uri="{BB962C8B-B14F-4D97-AF65-F5344CB8AC3E}">
        <p14:creationId xmlns:p14="http://schemas.microsoft.com/office/powerpoint/2010/main" val="18894362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2E8C7-95E0-A4B7-54CB-AA4CCD1E7040}"/>
              </a:ext>
            </a:extLst>
          </p:cNvPr>
          <p:cNvSpPr>
            <a:spLocks noGrp="1"/>
          </p:cNvSpPr>
          <p:nvPr>
            <p:ph type="title"/>
          </p:nvPr>
        </p:nvSpPr>
        <p:spPr>
          <a:xfrm>
            <a:off x="495300" y="381000"/>
            <a:ext cx="11468100" cy="773396"/>
          </a:xfrm>
          <a:prstGeom prst="rect">
            <a:avLst/>
          </a:prstGeom>
        </p:spPr>
        <p:txBody>
          <a:bodyPr/>
          <a:lstStyle/>
          <a:p>
            <a:r>
              <a:rPr lang="en-US" dirty="0"/>
              <a:t>Confluence Based RAG -Demo</a:t>
            </a:r>
          </a:p>
        </p:txBody>
      </p:sp>
      <p:sp>
        <p:nvSpPr>
          <p:cNvPr id="3" name="Rectangle 1">
            <a:extLst>
              <a:ext uri="{FF2B5EF4-FFF2-40B4-BE49-F238E27FC236}">
                <a16:creationId xmlns:a16="http://schemas.microsoft.com/office/drawing/2014/main" id="{7989CF3D-BA50-4EDE-9916-EC35C7DAEDCB}"/>
              </a:ext>
            </a:extLst>
          </p:cNvPr>
          <p:cNvSpPr>
            <a:spLocks noGrp="1" noChangeArrowheads="1"/>
          </p:cNvSpPr>
          <p:nvPr>
            <p:ph type="body" sz="quarter" idx="12"/>
          </p:nvPr>
        </p:nvSpPr>
        <p:spPr bwMode="auto">
          <a:xfrm>
            <a:off x="647700" y="952500"/>
            <a:ext cx="9448800"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The system indexes Confluence documents into a vector database using embeddings.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When a question is asked, it retrieves relevant content and uses an LLM to generate an </a:t>
            </a:r>
          </a:p>
          <a:p>
            <a:pPr marR="0" lvl="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accurate, context-aware answer.</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b="1" dirty="0"/>
              <a:t>Confluence Integration:</a:t>
            </a:r>
            <a:r>
              <a:rPr lang="en-US" dirty="0"/>
              <a:t> Authenticates via URL, email, API token; fetches and indexes pages into </a:t>
            </a:r>
            <a:r>
              <a:rPr lang="en-US" b="1" dirty="0" err="1"/>
              <a:t>ChromaDB</a:t>
            </a:r>
            <a:endParaRPr lang="en-US" dirty="0">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b="1" dirty="0"/>
              <a:t>Semantic Search + Confidence Check:</a:t>
            </a:r>
            <a:r>
              <a:rPr lang="en-US" dirty="0"/>
              <a:t> Uses embeddings to find relevant content and verify if answers exist in docs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b="1" dirty="0"/>
              <a:t>LLM Response Generation:</a:t>
            </a:r>
            <a:r>
              <a:rPr lang="en-US" dirty="0"/>
              <a:t> </a:t>
            </a:r>
            <a:r>
              <a:rPr lang="en-US" b="1" dirty="0"/>
              <a:t>LLaMA-3 (</a:t>
            </a:r>
            <a:r>
              <a:rPr lang="en-US" b="1" dirty="0" err="1"/>
              <a:t>Groq</a:t>
            </a:r>
            <a:r>
              <a:rPr lang="en-US" b="1" dirty="0"/>
              <a:t>/</a:t>
            </a:r>
            <a:r>
              <a:rPr lang="en-US" b="1" dirty="0" err="1"/>
              <a:t>Ollama</a:t>
            </a:r>
            <a:r>
              <a:rPr lang="en-US" b="1" dirty="0"/>
              <a:t>)</a:t>
            </a:r>
            <a:r>
              <a:rPr lang="en-US" dirty="0"/>
              <a:t> generates citation-backed answers or switches to general knowledge when needed</a:t>
            </a:r>
            <a:endParaRPr lang="en-US" b="1" dirty="0">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b="1" dirty="0" err="1">
                <a:latin typeface="Arial" panose="020B0604020202020204" pitchFamily="34" charset="0"/>
              </a:rPr>
              <a:t>Eveytime</a:t>
            </a:r>
            <a:r>
              <a:rPr lang="en-US" altLang="en-US" b="1" dirty="0">
                <a:latin typeface="Arial" panose="020B0604020202020204" pitchFamily="34" charset="0"/>
              </a:rPr>
              <a:t> it reindexes so that it can know about the updated data</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altLang="en-US" dirty="0">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dirty="0">
                <a:latin typeface="Arial" panose="020B0604020202020204" pitchFamily="34" charset="0"/>
              </a:rPr>
              <a:t>Run using :</a:t>
            </a:r>
          </a:p>
          <a:p>
            <a:pPr marR="0" lvl="0" algn="l" defTabSz="914400" rtl="0" eaLnBrk="0" fontAlgn="base" latinLnBrk="0" hangingPunct="0">
              <a:lnSpc>
                <a:spcPct val="100000"/>
              </a:lnSpc>
              <a:spcBef>
                <a:spcPct val="0"/>
              </a:spcBef>
              <a:spcAft>
                <a:spcPct val="0"/>
              </a:spcAft>
              <a:buClrTx/>
              <a:buSzTx/>
              <a:tabLst/>
            </a:pPr>
            <a:r>
              <a:rPr lang="en-US" dirty="0">
                <a:effectLst/>
              </a:rPr>
              <a:t> cd C:\RAG\confluence-rag</a:t>
            </a:r>
          </a:p>
          <a:p>
            <a:pPr marR="0" lvl="0" algn="l" defTabSz="914400" rtl="0" eaLnBrk="0" fontAlgn="base" latinLnBrk="0" hangingPunct="0">
              <a:lnSpc>
                <a:spcPct val="100000"/>
              </a:lnSpc>
              <a:spcBef>
                <a:spcPct val="0"/>
              </a:spcBef>
              <a:spcAft>
                <a:spcPct val="0"/>
              </a:spcAft>
              <a:buClrTx/>
              <a:buSzTx/>
              <a:tabLst/>
            </a:pPr>
            <a:r>
              <a:rPr lang="en-US" dirty="0">
                <a:effectLst/>
              </a:rPr>
              <a:t>.\</a:t>
            </a:r>
            <a:r>
              <a:rPr lang="en-US" dirty="0" err="1">
                <a:effectLst/>
              </a:rPr>
              <a:t>venv</a:t>
            </a:r>
            <a:r>
              <a:rPr lang="en-US" dirty="0">
                <a:effectLst/>
              </a:rPr>
              <a:t>\Scripts\activate</a:t>
            </a:r>
            <a:br>
              <a:rPr lang="en-US" altLang="en-US" dirty="0">
                <a:latin typeface="Arial" panose="020B0604020202020204" pitchFamily="34" charset="0"/>
              </a:rPr>
            </a:br>
            <a:r>
              <a:rPr lang="en-US" dirty="0" err="1">
                <a:effectLst/>
              </a:rPr>
              <a:t>streamlit</a:t>
            </a:r>
            <a:r>
              <a:rPr lang="en-US" dirty="0">
                <a:effectLst/>
              </a:rPr>
              <a:t> run web_ui.py</a:t>
            </a: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146382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2E8C7-95E0-A4B7-54CB-AA4CCD1E7040}"/>
              </a:ext>
            </a:extLst>
          </p:cNvPr>
          <p:cNvSpPr>
            <a:spLocks noGrp="1"/>
          </p:cNvSpPr>
          <p:nvPr>
            <p:ph type="title"/>
          </p:nvPr>
        </p:nvSpPr>
        <p:spPr>
          <a:xfrm>
            <a:off x="495300" y="381000"/>
            <a:ext cx="11468100" cy="773396"/>
          </a:xfrm>
          <a:prstGeom prst="rect">
            <a:avLst/>
          </a:prstGeom>
        </p:spPr>
        <p:txBody>
          <a:bodyPr/>
          <a:lstStyle/>
          <a:p>
            <a:r>
              <a:rPr lang="en-US" dirty="0"/>
              <a:t>File Based RAG -Demo</a:t>
            </a:r>
          </a:p>
        </p:txBody>
      </p:sp>
      <p:sp>
        <p:nvSpPr>
          <p:cNvPr id="3" name="Rectangle 1">
            <a:extLst>
              <a:ext uri="{FF2B5EF4-FFF2-40B4-BE49-F238E27FC236}">
                <a16:creationId xmlns:a16="http://schemas.microsoft.com/office/drawing/2014/main" id="{7989CF3D-BA50-4EDE-9916-EC35C7DAEDCB}"/>
              </a:ext>
            </a:extLst>
          </p:cNvPr>
          <p:cNvSpPr>
            <a:spLocks noGrp="1" noChangeArrowheads="1"/>
          </p:cNvSpPr>
          <p:nvPr>
            <p:ph type="body" sz="quarter" idx="12"/>
          </p:nvPr>
        </p:nvSpPr>
        <p:spPr bwMode="auto">
          <a:xfrm>
            <a:off x="495300" y="1085281"/>
            <a:ext cx="10477500" cy="468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dirty="0"/>
              <a:t>System indexes PDF documents into </a:t>
            </a:r>
            <a:r>
              <a:rPr lang="en-US" dirty="0" err="1"/>
              <a:t>ChromaDB</a:t>
            </a:r>
            <a:r>
              <a:rPr lang="en-US" dirty="0"/>
              <a:t> using embeddings. When questioned, retrieves relevant content via MMR search and uses an LLM to generate accurate, cited answers. </a:t>
            </a:r>
          </a:p>
          <a:p>
            <a:r>
              <a:rPr lang="en-US" dirty="0"/>
              <a:t>➤ PDF Upload &amp; Processing: Accepts PDF/DOCX/TXT/CSV/PPT files; chunks documents optimally (1000 chars, 200 overlap) and creates 768-dimensional embeddings </a:t>
            </a:r>
          </a:p>
          <a:p>
            <a:r>
              <a:rPr lang="en-US" dirty="0"/>
              <a:t>➤ Semantic Search + MMR Retrieval: Uses sentence-transformers for embeddings; fetches top candidates with diversity-aware ranking for accuracy </a:t>
            </a:r>
          </a:p>
          <a:p>
            <a:r>
              <a:rPr lang="en-US" dirty="0"/>
              <a:t>➤ LLM Response: Mixtral-8x7b (</a:t>
            </a:r>
            <a:r>
              <a:rPr lang="en-US" dirty="0" err="1"/>
              <a:t>Groq</a:t>
            </a:r>
            <a:r>
              <a:rPr lang="en-US" dirty="0"/>
              <a:t>) generates context-grounded answers with source citations; supports multi-document conversation history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latin typeface="Arial" panose="020B0604020202020204" pitchFamily="34" charset="0"/>
              </a:rPr>
              <a:t>Demo:</a:t>
            </a:r>
            <a:br>
              <a:rPr lang="en-US" altLang="en-US" dirty="0">
                <a:latin typeface="Arial" panose="020B0604020202020204" pitchFamily="34" charset="0"/>
              </a:rPr>
            </a:br>
            <a:r>
              <a:rPr lang="en-US" altLang="en-US" dirty="0">
                <a:latin typeface="Arial" panose="020B0604020202020204" pitchFamily="34" charset="0"/>
              </a:rPr>
              <a:t>cd  C:\RAG\Pdf-rag</a:t>
            </a:r>
          </a:p>
          <a:p>
            <a:pPr marL="0" marR="0" lvl="0" indent="0" algn="l" defTabSz="914400" rtl="0" eaLnBrk="0" fontAlgn="base" latinLnBrk="0" hangingPunct="0">
              <a:lnSpc>
                <a:spcPct val="100000"/>
              </a:lnSpc>
              <a:spcBef>
                <a:spcPct val="0"/>
              </a:spcBef>
              <a:spcAft>
                <a:spcPct val="0"/>
              </a:spcAft>
              <a:buClrTx/>
              <a:buSzTx/>
              <a:buFontTx/>
              <a:buNone/>
              <a:tabLst/>
            </a:pPr>
            <a:r>
              <a:rPr lang="en-US" dirty="0">
                <a:effectLst/>
              </a:rPr>
              <a:t>.\</a:t>
            </a:r>
            <a:r>
              <a:rPr lang="en-US" dirty="0" err="1">
                <a:effectLst/>
              </a:rPr>
              <a:t>venvforpdf</a:t>
            </a:r>
            <a:r>
              <a:rPr lang="en-US" dirty="0">
                <a:effectLst/>
              </a:rPr>
              <a:t>\Scripts\activate</a:t>
            </a:r>
            <a:br>
              <a:rPr lang="en-US" dirty="0">
                <a:latin typeface="Arial" panose="020B0604020202020204" pitchFamily="34" charset="0"/>
              </a:rPr>
            </a:br>
            <a:r>
              <a:rPr lang="en-US" dirty="0" err="1">
                <a:latin typeface="Arial" panose="020B0604020202020204" pitchFamily="34" charset="0"/>
              </a:rPr>
              <a:t>streamlit</a:t>
            </a:r>
            <a:r>
              <a:rPr lang="en-US" dirty="0">
                <a:latin typeface="Arial" panose="020B0604020202020204" pitchFamily="34" charset="0"/>
              </a:rPr>
              <a:t> run app.py</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123009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2E8C7-95E0-A4B7-54CB-AA4CCD1E7040}"/>
              </a:ext>
            </a:extLst>
          </p:cNvPr>
          <p:cNvSpPr>
            <a:spLocks noGrp="1"/>
          </p:cNvSpPr>
          <p:nvPr>
            <p:ph type="title"/>
          </p:nvPr>
        </p:nvSpPr>
        <p:spPr>
          <a:xfrm>
            <a:off x="1495982" y="1032023"/>
            <a:ext cx="11468100" cy="773396"/>
          </a:xfrm>
          <a:prstGeom prst="rect">
            <a:avLst/>
          </a:prstGeom>
        </p:spPr>
        <p:txBody>
          <a:bodyPr/>
          <a:lstStyle/>
          <a:p>
            <a:r>
              <a:rPr lang="en-US" dirty="0"/>
              <a:t>Want to do it with  low code or no code</a:t>
            </a:r>
          </a:p>
        </p:txBody>
      </p:sp>
      <p:sp>
        <p:nvSpPr>
          <p:cNvPr id="3" name="TextBox 2">
            <a:extLst>
              <a:ext uri="{FF2B5EF4-FFF2-40B4-BE49-F238E27FC236}">
                <a16:creationId xmlns:a16="http://schemas.microsoft.com/office/drawing/2014/main" id="{F9A0B4D0-2F01-4A43-9752-E6945EFF1E67}"/>
              </a:ext>
            </a:extLst>
          </p:cNvPr>
          <p:cNvSpPr txBox="1"/>
          <p:nvPr/>
        </p:nvSpPr>
        <p:spPr>
          <a:xfrm>
            <a:off x="838200" y="1154396"/>
            <a:ext cx="8496300" cy="369332"/>
          </a:xfrm>
          <a:prstGeom prst="rect">
            <a:avLst/>
          </a:prstGeom>
          <a:noFill/>
        </p:spPr>
        <p:txBody>
          <a:bodyPr wrap="square" rtlCol="0">
            <a:spAutoFit/>
          </a:bodyPr>
          <a:lstStyle/>
          <a:p>
            <a:endParaRPr lang="en-US" dirty="0"/>
          </a:p>
        </p:txBody>
      </p:sp>
      <p:pic>
        <p:nvPicPr>
          <p:cNvPr id="10" name="Picture 9" descr="A cartoon of a person with his hand on his chin&#10;&#10;AI-generated content may be incorrect.">
            <a:extLst>
              <a:ext uri="{FF2B5EF4-FFF2-40B4-BE49-F238E27FC236}">
                <a16:creationId xmlns:a16="http://schemas.microsoft.com/office/drawing/2014/main" id="{77F51738-3AFE-405F-8DB7-79CE05DE6E58}"/>
              </a:ext>
            </a:extLst>
          </p:cNvPr>
          <p:cNvPicPr>
            <a:picLocks noChangeAspect="1"/>
          </p:cNvPicPr>
          <p:nvPr/>
        </p:nvPicPr>
        <p:blipFill>
          <a:blip r:embed="rId2"/>
          <a:stretch>
            <a:fillRect/>
          </a:stretch>
        </p:blipFill>
        <p:spPr>
          <a:xfrm>
            <a:off x="3090584" y="1714500"/>
            <a:ext cx="3991532" cy="3610479"/>
          </a:xfrm>
          <a:prstGeom prst="rect">
            <a:avLst/>
          </a:prstGeom>
        </p:spPr>
      </p:pic>
    </p:spTree>
    <p:extLst>
      <p:ext uri="{BB962C8B-B14F-4D97-AF65-F5344CB8AC3E}">
        <p14:creationId xmlns:p14="http://schemas.microsoft.com/office/powerpoint/2010/main" val="13478632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2E8C7-95E0-A4B7-54CB-AA4CCD1E7040}"/>
              </a:ext>
            </a:extLst>
          </p:cNvPr>
          <p:cNvSpPr>
            <a:spLocks noGrp="1"/>
          </p:cNvSpPr>
          <p:nvPr>
            <p:ph type="title"/>
          </p:nvPr>
        </p:nvSpPr>
        <p:spPr>
          <a:xfrm>
            <a:off x="723900" y="609600"/>
            <a:ext cx="5105400" cy="773396"/>
          </a:xfrm>
          <a:prstGeom prst="rect">
            <a:avLst/>
          </a:prstGeom>
        </p:spPr>
        <p:txBody>
          <a:bodyPr/>
          <a:lstStyle/>
          <a:p>
            <a:r>
              <a:rPr lang="en-US" dirty="0" err="1"/>
              <a:t>Langflow</a:t>
            </a:r>
            <a:endParaRPr lang="en-US" dirty="0"/>
          </a:p>
        </p:txBody>
      </p:sp>
      <p:sp>
        <p:nvSpPr>
          <p:cNvPr id="5" name="Rectangle 1">
            <a:extLst>
              <a:ext uri="{FF2B5EF4-FFF2-40B4-BE49-F238E27FC236}">
                <a16:creationId xmlns:a16="http://schemas.microsoft.com/office/drawing/2014/main" id="{04F677E5-3804-4068-A375-C308DC4BA334}"/>
              </a:ext>
            </a:extLst>
          </p:cNvPr>
          <p:cNvSpPr>
            <a:spLocks noChangeArrowheads="1"/>
          </p:cNvSpPr>
          <p:nvPr/>
        </p:nvSpPr>
        <p:spPr bwMode="auto">
          <a:xfrm>
            <a:off x="723900" y="1080701"/>
            <a:ext cx="10097636"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err="1">
                <a:ln>
                  <a:noFill/>
                </a:ln>
                <a:solidFill>
                  <a:schemeClr val="tx1"/>
                </a:solidFill>
                <a:effectLst/>
                <a:latin typeface="Arial" panose="020B0604020202020204" pitchFamily="34" charset="0"/>
              </a:rPr>
              <a:t>Langflow</a:t>
            </a:r>
            <a:r>
              <a:rPr kumimoji="0" lang="en-US" altLang="en-US" sz="1800" b="0" i="0" u="none" strike="noStrike" cap="none" normalizeH="0" baseline="0" dirty="0">
                <a:ln>
                  <a:noFill/>
                </a:ln>
                <a:solidFill>
                  <a:schemeClr val="tx1"/>
                </a:solidFill>
                <a:effectLst/>
                <a:latin typeface="Arial" panose="020B0604020202020204" pitchFamily="34" charset="0"/>
              </a:rPr>
              <a:t> is a visual, low-code tool built on </a:t>
            </a:r>
            <a:r>
              <a:rPr kumimoji="0" lang="en-US" altLang="en-US" sz="1800" b="0" i="0" u="none" strike="noStrike" cap="none" normalizeH="0" baseline="0" dirty="0" err="1">
                <a:ln>
                  <a:noFill/>
                </a:ln>
                <a:solidFill>
                  <a:schemeClr val="tx1"/>
                </a:solidFill>
                <a:effectLst/>
                <a:latin typeface="Arial" panose="020B0604020202020204" pitchFamily="34" charset="0"/>
              </a:rPr>
              <a:t>LangChain</a:t>
            </a:r>
            <a:r>
              <a:rPr kumimoji="0" lang="en-US" altLang="en-US" sz="1800" b="0" i="0" u="none" strike="noStrike" cap="none" normalizeH="0" baseline="0" dirty="0">
                <a:ln>
                  <a:noFill/>
                </a:ln>
                <a:solidFill>
                  <a:schemeClr val="tx1"/>
                </a:solidFill>
                <a:effectLst/>
                <a:latin typeface="Arial" panose="020B0604020202020204" pitchFamily="34" charset="0"/>
              </a:rPr>
              <a:t> that lets you design, connect, and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run LLM workflows (like RAG pipelines) using drag-and-drop components instead of writing code.</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dirty="0"/>
              <a:t>Build </a:t>
            </a:r>
            <a:r>
              <a:rPr lang="en-US" b="1" dirty="0"/>
              <a:t>RAG pipelines</a:t>
            </a:r>
            <a:r>
              <a:rPr lang="en-US" dirty="0"/>
              <a:t> visually without writing code</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dirty="0"/>
              <a:t>Quickly </a:t>
            </a:r>
            <a:r>
              <a:rPr lang="en-US" b="1" dirty="0"/>
              <a:t>prototype and test LLM workflows</a:t>
            </a:r>
            <a:r>
              <a:rPr lang="en-US" dirty="0"/>
              <a:t> (chatbots, document Q&amp;A)</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dirty="0"/>
              <a:t>Connect </a:t>
            </a:r>
            <a:r>
              <a:rPr lang="en-US" b="1" dirty="0"/>
              <a:t>LLMs, vector databases, and tools</a:t>
            </a:r>
            <a:r>
              <a:rPr lang="en-US" dirty="0"/>
              <a:t> using drag-and-drop blocks</a:t>
            </a:r>
            <a:br>
              <a:rPr lang="en-US" dirty="0"/>
            </a:br>
            <a:endParaRPr lang="en-US" dirty="0"/>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 name="Picture 3" descr="A screenshot of a computer&#10;&#10;AI-generated content may be incorrect.">
            <a:extLst>
              <a:ext uri="{FF2B5EF4-FFF2-40B4-BE49-F238E27FC236}">
                <a16:creationId xmlns:a16="http://schemas.microsoft.com/office/drawing/2014/main" id="{B9191832-7D15-46A1-9EAE-F0E77E93007E}"/>
              </a:ext>
            </a:extLst>
          </p:cNvPr>
          <p:cNvPicPr>
            <a:picLocks noChangeAspect="1"/>
          </p:cNvPicPr>
          <p:nvPr/>
        </p:nvPicPr>
        <p:blipFill>
          <a:blip r:embed="rId2"/>
          <a:stretch>
            <a:fillRect/>
          </a:stretch>
        </p:blipFill>
        <p:spPr>
          <a:xfrm>
            <a:off x="1790700" y="3352800"/>
            <a:ext cx="6987005" cy="2088074"/>
          </a:xfrm>
          <a:prstGeom prst="rect">
            <a:avLst/>
          </a:prstGeom>
        </p:spPr>
      </p:pic>
    </p:spTree>
    <p:extLst>
      <p:ext uri="{BB962C8B-B14F-4D97-AF65-F5344CB8AC3E}">
        <p14:creationId xmlns:p14="http://schemas.microsoft.com/office/powerpoint/2010/main" val="33506663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2E8C7-95E0-A4B7-54CB-AA4CCD1E7040}"/>
              </a:ext>
            </a:extLst>
          </p:cNvPr>
          <p:cNvSpPr>
            <a:spLocks noGrp="1"/>
          </p:cNvSpPr>
          <p:nvPr>
            <p:ph type="title"/>
          </p:nvPr>
        </p:nvSpPr>
        <p:spPr>
          <a:xfrm>
            <a:off x="723900" y="609600"/>
            <a:ext cx="5105400" cy="773396"/>
          </a:xfrm>
          <a:prstGeom prst="rect">
            <a:avLst/>
          </a:prstGeom>
        </p:spPr>
        <p:txBody>
          <a:bodyPr/>
          <a:lstStyle/>
          <a:p>
            <a:r>
              <a:rPr lang="en-US" dirty="0" err="1"/>
              <a:t>Langflow</a:t>
            </a:r>
            <a:endParaRPr lang="en-US" dirty="0"/>
          </a:p>
        </p:txBody>
      </p:sp>
      <p:sp>
        <p:nvSpPr>
          <p:cNvPr id="5" name="Rectangle 1">
            <a:extLst>
              <a:ext uri="{FF2B5EF4-FFF2-40B4-BE49-F238E27FC236}">
                <a16:creationId xmlns:a16="http://schemas.microsoft.com/office/drawing/2014/main" id="{04F677E5-3804-4068-A375-C308DC4BA334}"/>
              </a:ext>
            </a:extLst>
          </p:cNvPr>
          <p:cNvSpPr>
            <a:spLocks noChangeArrowheads="1"/>
          </p:cNvSpPr>
          <p:nvPr/>
        </p:nvSpPr>
        <p:spPr bwMode="auto">
          <a:xfrm>
            <a:off x="571500" y="685800"/>
            <a:ext cx="10097636"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lang="en-US" dirty="0"/>
            </a:br>
            <a:br>
              <a:rPr lang="en-US" dirty="0"/>
            </a:br>
            <a:r>
              <a:rPr lang="en-US" dirty="0"/>
              <a:t>A custom prompt based LLM is build </a:t>
            </a:r>
            <a:br>
              <a:rPr lang="en-US" dirty="0"/>
            </a:br>
            <a:r>
              <a:rPr lang="en-US" dirty="0"/>
              <a:t>using this </a:t>
            </a:r>
            <a:r>
              <a:rPr lang="en-US" dirty="0" err="1"/>
              <a:t>Langflow</a:t>
            </a:r>
            <a:br>
              <a:rPr lang="en-US" dirty="0"/>
            </a:br>
            <a:br>
              <a:rPr lang="en-US" dirty="0"/>
            </a:br>
            <a:r>
              <a:rPr lang="en-US" dirty="0"/>
              <a:t>Demo:</a:t>
            </a:r>
            <a:br>
              <a:rPr lang="en-US" dirty="0"/>
            </a:br>
            <a:r>
              <a:rPr lang="en-US" dirty="0"/>
              <a:t>cd C:\langflowexample</a:t>
            </a:r>
            <a:br>
              <a:rPr lang="en-US" dirty="0"/>
            </a:br>
            <a:r>
              <a:rPr lang="en-US" dirty="0">
                <a:effectLst/>
              </a:rPr>
              <a:t>.\</a:t>
            </a:r>
            <a:r>
              <a:rPr lang="en-US" dirty="0" err="1">
                <a:effectLst/>
              </a:rPr>
              <a:t>venv</a:t>
            </a:r>
            <a:r>
              <a:rPr lang="en-US" dirty="0">
                <a:effectLst/>
              </a:rPr>
              <a:t>\Scripts\activate</a:t>
            </a:r>
            <a:br>
              <a:rPr lang="en-US" dirty="0">
                <a:effectLst/>
              </a:rPr>
            </a:br>
            <a:r>
              <a:rPr lang="en-US" dirty="0" err="1">
                <a:effectLst/>
              </a:rPr>
              <a:t>langflow</a:t>
            </a:r>
            <a:r>
              <a:rPr lang="en-US" dirty="0">
                <a:effectLst/>
              </a:rPr>
              <a:t> run</a:t>
            </a:r>
            <a:br>
              <a:rPr lang="en-US" dirty="0"/>
            </a:br>
            <a:endParaRPr lang="en-US" dirty="0"/>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descr="A screenshot of a computer&#10;&#10;AI-generated content may be incorrect.">
            <a:extLst>
              <a:ext uri="{FF2B5EF4-FFF2-40B4-BE49-F238E27FC236}">
                <a16:creationId xmlns:a16="http://schemas.microsoft.com/office/drawing/2014/main" id="{FE904EE4-BE6F-4C09-A1A6-7BC1AE0D6534}"/>
              </a:ext>
            </a:extLst>
          </p:cNvPr>
          <p:cNvPicPr>
            <a:picLocks noChangeAspect="1"/>
          </p:cNvPicPr>
          <p:nvPr/>
        </p:nvPicPr>
        <p:blipFill rotWithShape="1">
          <a:blip r:embed="rId2"/>
          <a:srcRect/>
          <a:stretch/>
        </p:blipFill>
        <p:spPr>
          <a:xfrm>
            <a:off x="4572000" y="609600"/>
            <a:ext cx="7048500" cy="3886200"/>
          </a:xfrm>
          <a:prstGeom prst="rect">
            <a:avLst/>
          </a:prstGeom>
        </p:spPr>
      </p:pic>
    </p:spTree>
    <p:extLst>
      <p:ext uri="{BB962C8B-B14F-4D97-AF65-F5344CB8AC3E}">
        <p14:creationId xmlns:p14="http://schemas.microsoft.com/office/powerpoint/2010/main" val="39459811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2E8C7-95E0-A4B7-54CB-AA4CCD1E7040}"/>
              </a:ext>
            </a:extLst>
          </p:cNvPr>
          <p:cNvSpPr>
            <a:spLocks noGrp="1"/>
          </p:cNvSpPr>
          <p:nvPr>
            <p:ph type="title"/>
          </p:nvPr>
        </p:nvSpPr>
        <p:spPr>
          <a:xfrm>
            <a:off x="609600" y="190500"/>
            <a:ext cx="10972800" cy="952500"/>
          </a:xfrm>
        </p:spPr>
        <p:txBody>
          <a:bodyPr wrap="square" anchor="ctr">
            <a:normAutofit/>
          </a:bodyPr>
          <a:lstStyle/>
          <a:p>
            <a:r>
              <a:rPr lang="en-US" dirty="0"/>
              <a:t>Explore more and try RAG with </a:t>
            </a:r>
            <a:r>
              <a:rPr lang="en-US" dirty="0" err="1"/>
              <a:t>LangfloW</a:t>
            </a:r>
            <a:endParaRPr lang="en-US" dirty="0"/>
          </a:p>
        </p:txBody>
      </p:sp>
      <p:pic>
        <p:nvPicPr>
          <p:cNvPr id="5" name="Picture 4" descr="A child looking at a screen&#10;&#10;AI-generated content may be incorrect.">
            <a:extLst>
              <a:ext uri="{FF2B5EF4-FFF2-40B4-BE49-F238E27FC236}">
                <a16:creationId xmlns:a16="http://schemas.microsoft.com/office/drawing/2014/main" id="{E58B2A3A-5338-44D7-AF84-222952A3E21E}"/>
              </a:ext>
            </a:extLst>
          </p:cNvPr>
          <p:cNvPicPr>
            <a:picLocks noChangeAspect="1"/>
          </p:cNvPicPr>
          <p:nvPr/>
        </p:nvPicPr>
        <p:blipFill>
          <a:blip r:embed="rId2"/>
          <a:srcRect t="3895" b="5525"/>
          <a:stretch>
            <a:fillRect/>
          </a:stretch>
        </p:blipFill>
        <p:spPr>
          <a:xfrm>
            <a:off x="609600" y="1600200"/>
            <a:ext cx="10972800" cy="4572000"/>
          </a:xfrm>
          <a:prstGeom prst="rect">
            <a:avLst/>
          </a:prstGeom>
          <a:noFill/>
          <a:ln>
            <a:noFill/>
          </a:ln>
        </p:spPr>
      </p:pic>
    </p:spTree>
    <p:extLst>
      <p:ext uri="{BB962C8B-B14F-4D97-AF65-F5344CB8AC3E}">
        <p14:creationId xmlns:p14="http://schemas.microsoft.com/office/powerpoint/2010/main" val="12214921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2E8C7-95E0-A4B7-54CB-AA4CCD1E7040}"/>
              </a:ext>
            </a:extLst>
          </p:cNvPr>
          <p:cNvSpPr>
            <a:spLocks noGrp="1"/>
          </p:cNvSpPr>
          <p:nvPr>
            <p:ph type="title"/>
          </p:nvPr>
        </p:nvSpPr>
        <p:spPr>
          <a:xfrm>
            <a:off x="609600" y="190500"/>
            <a:ext cx="10972800" cy="952500"/>
          </a:xfrm>
        </p:spPr>
        <p:txBody>
          <a:bodyPr wrap="square" anchor="ctr">
            <a:normAutofit/>
          </a:bodyPr>
          <a:lstStyle/>
          <a:p>
            <a:r>
              <a:rPr lang="en-US" dirty="0" err="1"/>
              <a:t>LangGraph</a:t>
            </a:r>
            <a:endParaRPr lang="en-US" dirty="0"/>
          </a:p>
        </p:txBody>
      </p:sp>
      <p:sp>
        <p:nvSpPr>
          <p:cNvPr id="3" name="TextBox 2">
            <a:extLst>
              <a:ext uri="{FF2B5EF4-FFF2-40B4-BE49-F238E27FC236}">
                <a16:creationId xmlns:a16="http://schemas.microsoft.com/office/drawing/2014/main" id="{AD14CB9D-0183-433F-BC91-B39B1B053222}"/>
              </a:ext>
            </a:extLst>
          </p:cNvPr>
          <p:cNvSpPr txBox="1"/>
          <p:nvPr/>
        </p:nvSpPr>
        <p:spPr>
          <a:xfrm>
            <a:off x="598394" y="1143000"/>
            <a:ext cx="8610600" cy="5632311"/>
          </a:xfrm>
          <a:prstGeom prst="rect">
            <a:avLst/>
          </a:prstGeom>
          <a:noFill/>
        </p:spPr>
        <p:txBody>
          <a:bodyPr wrap="square" rtlCol="0">
            <a:spAutoFit/>
          </a:bodyPr>
          <a:lstStyle/>
          <a:p>
            <a:r>
              <a:rPr lang="en-US" b="0" i="0" dirty="0" err="1">
                <a:solidFill>
                  <a:srgbClr val="273239"/>
                </a:solidFill>
                <a:effectLst/>
                <a:latin typeface="Nunito" panose="020B0604020202020204" pitchFamily="2" charset="0"/>
              </a:rPr>
              <a:t>LangGraph</a:t>
            </a:r>
            <a:r>
              <a:rPr lang="en-US" b="0" i="0" dirty="0">
                <a:solidFill>
                  <a:srgbClr val="273239"/>
                </a:solidFill>
                <a:effectLst/>
                <a:latin typeface="Nunito" panose="020B0604020202020204" pitchFamily="2" charset="0"/>
              </a:rPr>
              <a:t> is an open-source framework built by </a:t>
            </a:r>
            <a:r>
              <a:rPr lang="en-US" b="0" i="0" u="sng" dirty="0" err="1">
                <a:solidFill>
                  <a:srgbClr val="357960"/>
                </a:solidFill>
                <a:effectLst/>
                <a:latin typeface="Nunito" panose="020B0604020202020204" pitchFamily="2" charset="0"/>
                <a:hlinkClick r:id="rId2"/>
              </a:rPr>
              <a:t>LangChain</a:t>
            </a:r>
            <a:r>
              <a:rPr lang="en-US" b="0" i="0" dirty="0">
                <a:solidFill>
                  <a:srgbClr val="273239"/>
                </a:solidFill>
                <a:effectLst/>
                <a:latin typeface="Nunito" panose="020B0604020202020204" pitchFamily="2" charset="0"/>
              </a:rPr>
              <a:t> that streamlines the creation and management of AI agent workflows. At its core, </a:t>
            </a:r>
            <a:r>
              <a:rPr lang="en-US" b="0" i="0" dirty="0" err="1">
                <a:solidFill>
                  <a:srgbClr val="273239"/>
                </a:solidFill>
                <a:effectLst/>
                <a:latin typeface="Nunito" panose="020B0604020202020204" pitchFamily="2" charset="0"/>
              </a:rPr>
              <a:t>LangGraph</a:t>
            </a:r>
            <a:r>
              <a:rPr lang="en-US" b="0" i="0" dirty="0">
                <a:solidFill>
                  <a:srgbClr val="273239"/>
                </a:solidFill>
                <a:effectLst/>
                <a:latin typeface="Nunito" panose="020B0604020202020204" pitchFamily="2" charset="0"/>
              </a:rPr>
              <a:t> combines large language models (LLMs) with graph-based architectures allowing developers to map, organize and optimize how AI agents interact and make decisions.</a:t>
            </a:r>
          </a:p>
          <a:p>
            <a:endParaRPr lang="en-US" b="0" i="0" dirty="0">
              <a:solidFill>
                <a:srgbClr val="273239"/>
              </a:solidFill>
              <a:effectLst/>
              <a:latin typeface="Nunito" panose="020B0604020202020204" pitchFamily="2" charset="0"/>
            </a:endParaRPr>
          </a:p>
          <a:p>
            <a:pPr marL="285750" indent="-285750">
              <a:buFont typeface="Wingdings" panose="05000000000000000000" pitchFamily="2" charset="2"/>
              <a:buChar char="Ø"/>
            </a:pPr>
            <a:r>
              <a:rPr lang="en-US" dirty="0"/>
              <a:t>Supports </a:t>
            </a:r>
            <a:r>
              <a:rPr lang="en-US" b="1" dirty="0"/>
              <a:t>stateful agents</a:t>
            </a:r>
            <a:r>
              <a:rPr lang="en-US" dirty="0"/>
              <a:t>, enabling memory persistence across steps and long-running workflows</a:t>
            </a:r>
          </a:p>
          <a:p>
            <a:pPr marL="285750" indent="-285750">
              <a:buFont typeface="Wingdings" panose="05000000000000000000" pitchFamily="2" charset="2"/>
              <a:buChar char="Ø"/>
            </a:pPr>
            <a:r>
              <a:rPr lang="en-US" dirty="0"/>
              <a:t>Allows </a:t>
            </a:r>
            <a:r>
              <a:rPr lang="en-US" b="1" dirty="0"/>
              <a:t>human-in-the-loop control</a:t>
            </a:r>
            <a:r>
              <a:rPr lang="en-US" dirty="0"/>
              <a:t>, where users can pause, inspect, or intervene in agent execution</a:t>
            </a:r>
          </a:p>
          <a:p>
            <a:pPr marL="285750" indent="-285750">
              <a:buFont typeface="Wingdings" panose="05000000000000000000" pitchFamily="2" charset="2"/>
              <a:buChar char="Ø"/>
            </a:pPr>
            <a:r>
              <a:rPr lang="en-US" dirty="0"/>
              <a:t>Provides </a:t>
            </a:r>
            <a:r>
              <a:rPr lang="en-US" b="1" dirty="0"/>
              <a:t>built-in fault tolerance</a:t>
            </a:r>
            <a:r>
              <a:rPr lang="en-US" dirty="0"/>
              <a:t>, letting workflows resume from failures instead of restarting entirely</a:t>
            </a:r>
          </a:p>
          <a:p>
            <a:endParaRPr lang="en-US" dirty="0">
              <a:solidFill>
                <a:srgbClr val="273239"/>
              </a:solidFill>
              <a:latin typeface="Nunito" panose="020B0604020202020204" pitchFamily="2" charset="0"/>
            </a:endParaRPr>
          </a:p>
          <a:p>
            <a:endParaRPr lang="en-US" dirty="0">
              <a:solidFill>
                <a:srgbClr val="273239"/>
              </a:solidFill>
              <a:latin typeface="Nunito" panose="020B0604020202020204" pitchFamily="2" charset="0"/>
            </a:endParaRPr>
          </a:p>
          <a:p>
            <a:endParaRPr lang="en-US" dirty="0">
              <a:solidFill>
                <a:srgbClr val="273239"/>
              </a:solidFill>
              <a:latin typeface="Nunito" panose="020B0604020202020204" pitchFamily="2" charset="0"/>
            </a:endParaRPr>
          </a:p>
          <a:p>
            <a:endParaRPr lang="en-US" dirty="0">
              <a:solidFill>
                <a:srgbClr val="273239"/>
              </a:solidFill>
              <a:latin typeface="Nunito" panose="020B0604020202020204" pitchFamily="2" charset="0"/>
            </a:endParaRPr>
          </a:p>
          <a:p>
            <a:endParaRPr lang="en-US" dirty="0">
              <a:solidFill>
                <a:srgbClr val="273239"/>
              </a:solidFill>
              <a:latin typeface="Nunito" panose="020B0604020202020204" pitchFamily="2" charset="0"/>
            </a:endParaRPr>
          </a:p>
          <a:p>
            <a:endParaRPr lang="en-US" dirty="0">
              <a:solidFill>
                <a:srgbClr val="273239"/>
              </a:solidFill>
              <a:latin typeface="Nunito" panose="020B0604020202020204" pitchFamily="2" charset="0"/>
            </a:endParaRPr>
          </a:p>
          <a:p>
            <a:endParaRPr lang="en-US" dirty="0">
              <a:solidFill>
                <a:srgbClr val="273239"/>
              </a:solidFill>
              <a:latin typeface="Nunito" panose="020B0604020202020204" pitchFamily="2" charset="0"/>
            </a:endParaRPr>
          </a:p>
          <a:p>
            <a:endParaRPr lang="en-US" dirty="0"/>
          </a:p>
        </p:txBody>
      </p:sp>
    </p:spTree>
    <p:extLst>
      <p:ext uri="{BB962C8B-B14F-4D97-AF65-F5344CB8AC3E}">
        <p14:creationId xmlns:p14="http://schemas.microsoft.com/office/powerpoint/2010/main" val="20808681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2E8C7-95E0-A4B7-54CB-AA4CCD1E7040}"/>
              </a:ext>
            </a:extLst>
          </p:cNvPr>
          <p:cNvSpPr>
            <a:spLocks noGrp="1"/>
          </p:cNvSpPr>
          <p:nvPr>
            <p:ph type="title"/>
          </p:nvPr>
        </p:nvSpPr>
        <p:spPr>
          <a:xfrm>
            <a:off x="609600" y="571500"/>
            <a:ext cx="8877300" cy="1028700"/>
          </a:xfrm>
        </p:spPr>
        <p:txBody>
          <a:bodyPr wrap="square" anchor="ctr">
            <a:normAutofit/>
          </a:bodyPr>
          <a:lstStyle/>
          <a:p>
            <a:r>
              <a:rPr lang="en-US" b="1" i="0" dirty="0">
                <a:solidFill>
                  <a:srgbClr val="273239"/>
                </a:solidFill>
                <a:effectLst/>
                <a:latin typeface="Nunito" pitchFamily="2" charset="0"/>
              </a:rPr>
              <a:t>Workflow of </a:t>
            </a:r>
            <a:r>
              <a:rPr lang="en-US" b="1" i="0" dirty="0" err="1">
                <a:solidFill>
                  <a:srgbClr val="273239"/>
                </a:solidFill>
                <a:effectLst/>
                <a:latin typeface="Nunito" pitchFamily="2" charset="0"/>
              </a:rPr>
              <a:t>LangGraph</a:t>
            </a:r>
            <a:br>
              <a:rPr lang="en-US" b="1" i="0" dirty="0">
                <a:solidFill>
                  <a:srgbClr val="273239"/>
                </a:solidFill>
                <a:effectLst/>
                <a:latin typeface="Nunito" pitchFamily="2" charset="0"/>
              </a:rPr>
            </a:br>
            <a:endParaRPr lang="en-US" dirty="0"/>
          </a:p>
        </p:txBody>
      </p:sp>
      <p:pic>
        <p:nvPicPr>
          <p:cNvPr id="4" name="Picture 3" descr="A diagram of a process&#10;&#10;AI-generated content may be incorrect.">
            <a:extLst>
              <a:ext uri="{FF2B5EF4-FFF2-40B4-BE49-F238E27FC236}">
                <a16:creationId xmlns:a16="http://schemas.microsoft.com/office/drawing/2014/main" id="{F834B7AC-37D5-4D8D-86CA-27DA5C379748}"/>
              </a:ext>
            </a:extLst>
          </p:cNvPr>
          <p:cNvPicPr>
            <a:picLocks noChangeAspect="1"/>
          </p:cNvPicPr>
          <p:nvPr/>
        </p:nvPicPr>
        <p:blipFill>
          <a:blip r:embed="rId2"/>
          <a:stretch>
            <a:fillRect/>
          </a:stretch>
        </p:blipFill>
        <p:spPr>
          <a:xfrm>
            <a:off x="914400" y="1895298"/>
            <a:ext cx="9783540" cy="3067403"/>
          </a:xfrm>
          <a:prstGeom prst="rect">
            <a:avLst/>
          </a:prstGeom>
          <a:ln>
            <a:solidFill>
              <a:schemeClr val="tx1"/>
            </a:solidFill>
          </a:ln>
        </p:spPr>
      </p:pic>
    </p:spTree>
    <p:extLst>
      <p:ext uri="{BB962C8B-B14F-4D97-AF65-F5344CB8AC3E}">
        <p14:creationId xmlns:p14="http://schemas.microsoft.com/office/powerpoint/2010/main" val="38928666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2E8C7-95E0-A4B7-54CB-AA4CCD1E7040}"/>
              </a:ext>
            </a:extLst>
          </p:cNvPr>
          <p:cNvSpPr>
            <a:spLocks noGrp="1"/>
          </p:cNvSpPr>
          <p:nvPr>
            <p:ph type="title"/>
          </p:nvPr>
        </p:nvSpPr>
        <p:spPr>
          <a:xfrm>
            <a:off x="609600" y="548258"/>
            <a:ext cx="4899025" cy="773396"/>
          </a:xfrm>
        </p:spPr>
        <p:txBody>
          <a:bodyPr vert="horz" wrap="square" lIns="0" tIns="0" rIns="91440" bIns="45720" numCol="1" anchor="t" anchorCtr="0" compatLnSpc="1">
            <a:prstTxWarp prst="textNoShape">
              <a:avLst/>
            </a:prstTxWarp>
            <a:normAutofit/>
          </a:bodyPr>
          <a:lstStyle/>
          <a:p>
            <a:r>
              <a:rPr lang="en-US" sz="2200"/>
              <a:t>Build a Chatbot using LangGraph</a:t>
            </a:r>
            <a:br>
              <a:rPr lang="en-US" sz="2200" i="0">
                <a:effectLst/>
              </a:rPr>
            </a:br>
            <a:endParaRPr lang="en-US" sz="2200"/>
          </a:p>
        </p:txBody>
      </p:sp>
      <p:pic>
        <p:nvPicPr>
          <p:cNvPr id="8" name="Picture 7" descr="A diagram of a workflow&#10;&#10;AI-generated content may be incorrect.">
            <a:extLst>
              <a:ext uri="{FF2B5EF4-FFF2-40B4-BE49-F238E27FC236}">
                <a16:creationId xmlns:a16="http://schemas.microsoft.com/office/drawing/2014/main" id="{56EA2762-8385-44E0-88A1-955368290E9A}"/>
              </a:ext>
            </a:extLst>
          </p:cNvPr>
          <p:cNvPicPr>
            <a:picLocks noChangeAspect="1"/>
          </p:cNvPicPr>
          <p:nvPr/>
        </p:nvPicPr>
        <p:blipFill>
          <a:blip r:embed="rId2"/>
          <a:stretch>
            <a:fillRect/>
          </a:stretch>
        </p:blipFill>
        <p:spPr>
          <a:xfrm>
            <a:off x="6096000" y="1394461"/>
            <a:ext cx="6096000" cy="4130039"/>
          </a:xfrm>
          <a:prstGeom prst="rect">
            <a:avLst/>
          </a:prstGeom>
          <a:noFill/>
          <a:ln>
            <a:solidFill>
              <a:schemeClr val="tx1"/>
            </a:solidFill>
          </a:ln>
        </p:spPr>
      </p:pic>
      <p:sp>
        <p:nvSpPr>
          <p:cNvPr id="3" name="TextBox 2">
            <a:extLst>
              <a:ext uri="{FF2B5EF4-FFF2-40B4-BE49-F238E27FC236}">
                <a16:creationId xmlns:a16="http://schemas.microsoft.com/office/drawing/2014/main" id="{E2BDD60B-836A-49BE-85DC-43E4A21C704F}"/>
              </a:ext>
            </a:extLst>
          </p:cNvPr>
          <p:cNvSpPr txBox="1"/>
          <p:nvPr/>
        </p:nvSpPr>
        <p:spPr>
          <a:xfrm>
            <a:off x="609600" y="1376363"/>
            <a:ext cx="4899025" cy="4860925"/>
          </a:xfrm>
          <a:prstGeom prst="rect">
            <a:avLst/>
          </a:prstGeom>
        </p:spPr>
        <p:txBody>
          <a:bodyPr lIns="0" rIns="0" rtlCol="0">
            <a:normAutofit/>
          </a:bodyPr>
          <a:lstStyle/>
          <a:p>
            <a:pPr>
              <a:lnSpc>
                <a:spcPct val="90000"/>
              </a:lnSpc>
              <a:spcBef>
                <a:spcPts val="1000"/>
              </a:spcBef>
              <a:buFont typeface="Arial" panose="020B0604020202020204" pitchFamily="34" charset="0"/>
            </a:pPr>
            <a:r>
              <a:rPr lang="en-US" b="1" i="0">
                <a:effectLst/>
              </a:rPr>
              <a:t>Step 1: Install the Dependencies</a:t>
            </a:r>
          </a:p>
          <a:p>
            <a:pPr>
              <a:lnSpc>
                <a:spcPct val="90000"/>
              </a:lnSpc>
              <a:spcBef>
                <a:spcPts val="1000"/>
              </a:spcBef>
              <a:buFont typeface="Arial" panose="020B0604020202020204" pitchFamily="34" charset="0"/>
            </a:pPr>
            <a:r>
              <a:rPr lang="en-US" b="1" i="0">
                <a:effectLst/>
              </a:rPr>
              <a:t>Step 2: Setup Gemini API</a:t>
            </a:r>
          </a:p>
          <a:p>
            <a:pPr>
              <a:lnSpc>
                <a:spcPct val="90000"/>
              </a:lnSpc>
              <a:spcBef>
                <a:spcPts val="1000"/>
              </a:spcBef>
              <a:buFont typeface="Arial" panose="020B0604020202020204" pitchFamily="34" charset="0"/>
            </a:pPr>
            <a:r>
              <a:rPr lang="en-US" b="1" i="0">
                <a:effectLst/>
              </a:rPr>
              <a:t>Step 3: Define Chatbot State</a:t>
            </a:r>
          </a:p>
          <a:p>
            <a:pPr>
              <a:lnSpc>
                <a:spcPct val="90000"/>
              </a:lnSpc>
              <a:spcBef>
                <a:spcPts val="1000"/>
              </a:spcBef>
              <a:buFont typeface="Arial" panose="020B0604020202020204" pitchFamily="34" charset="0"/>
            </a:pPr>
            <a:r>
              <a:rPr lang="en-US" b="1" i="0">
                <a:effectLst/>
              </a:rPr>
              <a:t>Step 4: Classify Input</a:t>
            </a:r>
          </a:p>
          <a:p>
            <a:pPr>
              <a:lnSpc>
                <a:spcPct val="90000"/>
              </a:lnSpc>
              <a:spcBef>
                <a:spcPts val="1000"/>
              </a:spcBef>
              <a:buFont typeface="Arial" panose="020B0604020202020204" pitchFamily="34" charset="0"/>
            </a:pPr>
            <a:r>
              <a:rPr lang="en-US" b="1" i="0">
                <a:effectLst/>
              </a:rPr>
              <a:t>Step 5: Respond Using Gemini (or Greeting)</a:t>
            </a:r>
          </a:p>
          <a:p>
            <a:pPr>
              <a:lnSpc>
                <a:spcPct val="90000"/>
              </a:lnSpc>
              <a:spcBef>
                <a:spcPts val="1000"/>
              </a:spcBef>
              <a:buFont typeface="Arial" panose="020B0604020202020204" pitchFamily="34" charset="0"/>
            </a:pPr>
            <a:r>
              <a:rPr lang="en-US" b="1" i="0">
                <a:effectLst/>
              </a:rPr>
              <a:t>Step 6: Build LangGraph Workflow</a:t>
            </a:r>
          </a:p>
          <a:p>
            <a:pPr>
              <a:lnSpc>
                <a:spcPct val="90000"/>
              </a:lnSpc>
              <a:spcBef>
                <a:spcPts val="1000"/>
              </a:spcBef>
              <a:buFont typeface="Arial" panose="020B0604020202020204" pitchFamily="34" charset="0"/>
            </a:pPr>
            <a:endParaRPr lang="en-US" b="1" i="0">
              <a:effectLst/>
            </a:endParaRPr>
          </a:p>
          <a:p>
            <a:pPr>
              <a:lnSpc>
                <a:spcPct val="90000"/>
              </a:lnSpc>
              <a:spcBef>
                <a:spcPts val="1000"/>
              </a:spcBef>
              <a:buFont typeface="Arial" panose="020B0604020202020204" pitchFamily="34" charset="0"/>
            </a:pPr>
            <a:endParaRPr lang="en-US"/>
          </a:p>
        </p:txBody>
      </p:sp>
    </p:spTree>
    <p:extLst>
      <p:ext uri="{BB962C8B-B14F-4D97-AF65-F5344CB8AC3E}">
        <p14:creationId xmlns:p14="http://schemas.microsoft.com/office/powerpoint/2010/main" val="20888346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2E8C7-95E0-A4B7-54CB-AA4CCD1E7040}"/>
              </a:ext>
            </a:extLst>
          </p:cNvPr>
          <p:cNvSpPr>
            <a:spLocks noGrp="1"/>
          </p:cNvSpPr>
          <p:nvPr>
            <p:ph type="title"/>
          </p:nvPr>
        </p:nvSpPr>
        <p:spPr>
          <a:xfrm>
            <a:off x="609600" y="190500"/>
            <a:ext cx="10972800" cy="952500"/>
          </a:xfrm>
        </p:spPr>
        <p:txBody>
          <a:bodyPr wrap="square" anchor="ctr">
            <a:normAutofit/>
          </a:bodyPr>
          <a:lstStyle/>
          <a:p>
            <a:r>
              <a:rPr lang="en-US" dirty="0"/>
              <a:t>Key Differences</a:t>
            </a:r>
            <a:br>
              <a:rPr lang="en-US" b="1" i="0" dirty="0">
                <a:effectLst/>
              </a:rPr>
            </a:br>
            <a:endParaRPr lang="en-US" dirty="0"/>
          </a:p>
        </p:txBody>
      </p:sp>
      <p:pic>
        <p:nvPicPr>
          <p:cNvPr id="5" name="Picture 4" descr="A screenshot of a computer&#10;&#10;AI-generated content may be incorrect.">
            <a:extLst>
              <a:ext uri="{FF2B5EF4-FFF2-40B4-BE49-F238E27FC236}">
                <a16:creationId xmlns:a16="http://schemas.microsoft.com/office/drawing/2014/main" id="{97CE5D02-F7F2-4E8F-A464-3F7E99152D7D}"/>
              </a:ext>
            </a:extLst>
          </p:cNvPr>
          <p:cNvPicPr>
            <a:picLocks noChangeAspect="1"/>
          </p:cNvPicPr>
          <p:nvPr/>
        </p:nvPicPr>
        <p:blipFill>
          <a:blip r:embed="rId2"/>
          <a:stretch>
            <a:fillRect/>
          </a:stretch>
        </p:blipFill>
        <p:spPr>
          <a:xfrm>
            <a:off x="800100" y="952500"/>
            <a:ext cx="10058400" cy="5295900"/>
          </a:xfrm>
          <a:prstGeom prst="rect">
            <a:avLst/>
          </a:prstGeom>
          <a:noFill/>
          <a:ln>
            <a:solidFill>
              <a:schemeClr val="tx1"/>
            </a:solidFill>
          </a:ln>
        </p:spPr>
      </p:pic>
    </p:spTree>
    <p:extLst>
      <p:ext uri="{BB962C8B-B14F-4D97-AF65-F5344CB8AC3E}">
        <p14:creationId xmlns:p14="http://schemas.microsoft.com/office/powerpoint/2010/main" val="24610044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2E8C7-95E0-A4B7-54CB-AA4CCD1E7040}"/>
              </a:ext>
            </a:extLst>
          </p:cNvPr>
          <p:cNvSpPr>
            <a:spLocks noGrp="1"/>
          </p:cNvSpPr>
          <p:nvPr>
            <p:ph type="title"/>
          </p:nvPr>
        </p:nvSpPr>
        <p:spPr>
          <a:xfrm>
            <a:off x="609600" y="190500"/>
            <a:ext cx="10972800" cy="952500"/>
          </a:xfrm>
        </p:spPr>
        <p:txBody>
          <a:bodyPr wrap="square" anchor="ctr">
            <a:normAutofit/>
          </a:bodyPr>
          <a:lstStyle/>
          <a:p>
            <a:r>
              <a:rPr lang="en-US" dirty="0"/>
              <a:t>References</a:t>
            </a:r>
          </a:p>
        </p:txBody>
      </p:sp>
      <p:sp>
        <p:nvSpPr>
          <p:cNvPr id="3" name="TextBox 2">
            <a:extLst>
              <a:ext uri="{FF2B5EF4-FFF2-40B4-BE49-F238E27FC236}">
                <a16:creationId xmlns:a16="http://schemas.microsoft.com/office/drawing/2014/main" id="{EB8619E2-A5C8-4B71-AF02-AF1D67CD9DC6}"/>
              </a:ext>
            </a:extLst>
          </p:cNvPr>
          <p:cNvSpPr txBox="1"/>
          <p:nvPr/>
        </p:nvSpPr>
        <p:spPr>
          <a:xfrm>
            <a:off x="609600" y="1485900"/>
            <a:ext cx="9105900" cy="2031325"/>
          </a:xfrm>
          <a:prstGeom prst="rect">
            <a:avLst/>
          </a:prstGeom>
          <a:noFill/>
        </p:spPr>
        <p:txBody>
          <a:bodyPr wrap="square" rtlCol="0">
            <a:spAutoFit/>
          </a:bodyPr>
          <a:lstStyle/>
          <a:p>
            <a:r>
              <a:rPr lang="en-US" dirty="0">
                <a:hlinkClick r:id="rId2" tooltip="https://www.ibm.com/think/topics/agentic-ai-vs-generative-ai"/>
              </a:rPr>
              <a:t>https://www.ibm.com/think/topics/agentic-ai-vs-generative-ai</a:t>
            </a:r>
            <a:endParaRPr lang="en-US" dirty="0"/>
          </a:p>
          <a:p>
            <a:r>
              <a:rPr lang="en-US" dirty="0">
                <a:hlinkClick r:id="rId3" tooltip="https://en.wikipedia.org/wiki/retrieval-augmented_generation"/>
              </a:rPr>
              <a:t>https://en.wikipedia.org/wiki/Retrieval-augmented_generation</a:t>
            </a:r>
            <a:endParaRPr lang="en-US" dirty="0"/>
          </a:p>
          <a:p>
            <a:r>
              <a:rPr lang="en-US" dirty="0">
                <a:hlinkClick r:id="rId4" tooltip="https://www.geeksforgeeks.org/artificial-intelligence/introduction-to-langchain/"/>
              </a:rPr>
              <a:t>https://www.geeksforgeeks.org/artificial-intelligence/introduction-to-langchain/</a:t>
            </a:r>
            <a:endParaRPr lang="en-US" dirty="0"/>
          </a:p>
          <a:p>
            <a:r>
              <a:rPr lang="en-US" dirty="0">
                <a:hlinkClick r:id="rId5" tooltip="https://www.geeksforgeeks.org/artificial-intelligence/langflow/?utm_source=chatgpt.com"/>
              </a:rPr>
              <a:t>https://www.geeksforgeeks.org/artificial-intelligence/langflow/?utm_source=chatgpt.com</a:t>
            </a:r>
            <a:endParaRPr lang="en-US" dirty="0"/>
          </a:p>
          <a:p>
            <a:r>
              <a:rPr lang="en-US" dirty="0"/>
              <a:t>Code can be found:</a:t>
            </a:r>
            <a:br>
              <a:rPr lang="en-US" dirty="0"/>
            </a:br>
            <a:r>
              <a:rPr lang="en-US" dirty="0" err="1">
                <a:hlinkClick r:id="rId6"/>
              </a:rPr>
              <a:t>jpalipe</a:t>
            </a:r>
            <a:r>
              <a:rPr lang="en-US" dirty="0">
                <a:hlinkClick r:id="rId6"/>
              </a:rPr>
              <a:t>/RAG: Building Local RAG</a:t>
            </a:r>
            <a:endParaRPr lang="en-US" dirty="0"/>
          </a:p>
          <a:p>
            <a:endParaRPr lang="en-US" dirty="0"/>
          </a:p>
        </p:txBody>
      </p:sp>
    </p:spTree>
    <p:extLst>
      <p:ext uri="{BB962C8B-B14F-4D97-AF65-F5344CB8AC3E}">
        <p14:creationId xmlns:p14="http://schemas.microsoft.com/office/powerpoint/2010/main" val="21300066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black desk with a keyboard and notebooks&#10;&#10;AI-generated content may be incorrect.">
            <a:extLst>
              <a:ext uri="{FF2B5EF4-FFF2-40B4-BE49-F238E27FC236}">
                <a16:creationId xmlns:a16="http://schemas.microsoft.com/office/drawing/2014/main" id="{00DBDA65-9E88-4D9A-86DC-C8915189C638}"/>
              </a:ext>
            </a:extLst>
          </p:cNvPr>
          <p:cNvPicPr>
            <a:picLocks noChangeAspect="1"/>
          </p:cNvPicPr>
          <p:nvPr/>
        </p:nvPicPr>
        <p:blipFill>
          <a:blip r:embed="rId2"/>
          <a:srcRect t="22652" b="13977"/>
          <a:stretch>
            <a:fillRect/>
          </a:stretch>
        </p:blipFill>
        <p:spPr>
          <a:xfrm>
            <a:off x="609600" y="1143000"/>
            <a:ext cx="10972800" cy="4572000"/>
          </a:xfrm>
          <a:prstGeom prst="rect">
            <a:avLst/>
          </a:prstGeom>
          <a:noFill/>
          <a:ln>
            <a:noFill/>
          </a:ln>
        </p:spPr>
      </p:pic>
    </p:spTree>
    <p:extLst>
      <p:ext uri="{BB962C8B-B14F-4D97-AF65-F5344CB8AC3E}">
        <p14:creationId xmlns:p14="http://schemas.microsoft.com/office/powerpoint/2010/main" val="3440769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88909961"/>
      </p:ext>
    </p:extLst>
  </p:cSld>
  <p:clrMapOvr>
    <a:masterClrMapping/>
  </p:clrMapOvr>
</p:sld>
</file>

<file path=ppt/theme/theme1.xml><?xml version="1.0" encoding="utf-8"?>
<a:theme xmlns:a="http://schemas.openxmlformats.org/drawingml/2006/main" name="OT 2025">
  <a:themeElements>
    <a:clrScheme name="OT 2025">
      <a:dk1>
        <a:srgbClr val="FFFFFF"/>
      </a:dk1>
      <a:lt1>
        <a:srgbClr val="000000"/>
      </a:lt1>
      <a:dk2>
        <a:srgbClr val="E7E9EC"/>
      </a:dk2>
      <a:lt2>
        <a:srgbClr val="373848"/>
      </a:lt2>
      <a:accent1>
        <a:srgbClr val="00008A"/>
      </a:accent1>
      <a:accent2>
        <a:srgbClr val="1968FF"/>
      </a:accent2>
      <a:accent3>
        <a:srgbClr val="66677B"/>
      </a:accent3>
      <a:accent4>
        <a:srgbClr val="E7E9EC"/>
      </a:accent4>
      <a:accent5>
        <a:srgbClr val="E1BB35"/>
      </a:accent5>
      <a:accent6>
        <a:srgbClr val="001C50"/>
      </a:accent6>
      <a:hlink>
        <a:srgbClr val="1968FF"/>
      </a:hlink>
      <a:folHlink>
        <a:srgbClr val="1968F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T 2025" id="{0CD5DBB2-B7A5-BB4E-A465-BC5C98A868B4}" vid="{653F2B3D-41C9-4046-8B4E-4AA01DD3BCF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72FAF51-7DC7-AF4B-A23E-98A7A28E65B5}">
  <we:reference id="wa104380862" version="3.0.0.0" store="en-US" storeType="OMEX"/>
  <we:alternateReferences>
    <we:reference id="wa104380862" version="3.0.0.0" store="WA104380862"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1569</TotalTime>
  <Words>1293</Words>
  <Application>Microsoft Office PowerPoint</Application>
  <PresentationFormat>Widescreen</PresentationFormat>
  <Paragraphs>188</Paragraphs>
  <Slides>28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Aptos</vt:lpstr>
      <vt:lpstr>Arial</vt:lpstr>
      <vt:lpstr>Arial Unicode MS</vt:lpstr>
      <vt:lpstr>Georgia</vt:lpstr>
      <vt:lpstr>Nunito</vt:lpstr>
      <vt:lpstr>Roboto</vt:lpstr>
      <vt:lpstr>Wingdings</vt:lpstr>
      <vt:lpstr>OT 2025</vt:lpstr>
      <vt:lpstr>PowerPoint Presentation</vt:lpstr>
      <vt:lpstr>Agenda</vt:lpstr>
      <vt:lpstr>Classification of AI</vt:lpstr>
      <vt:lpstr>PowerPoint Presentation</vt:lpstr>
      <vt:lpstr>Key Differences</vt:lpstr>
      <vt:lpstr>Examples</vt:lpstr>
      <vt:lpstr>PowerPoint Presentation</vt:lpstr>
      <vt:lpstr>PowerPoint Presentation</vt:lpstr>
      <vt:lpstr>Technologies </vt:lpstr>
      <vt:lpstr>PowerPoint Presentation</vt:lpstr>
      <vt:lpstr>Going through code</vt:lpstr>
      <vt:lpstr>Application Entry Point &amp; Document Processing Flow</vt:lpstr>
      <vt:lpstr>Application Entry Point &amp; Document Processing Flow</vt:lpstr>
      <vt:lpstr>Query Processing, Retrieval &amp; Answer Generation</vt:lpstr>
      <vt:lpstr>Query Processing, Retrieval &amp; Answer Generation</vt:lpstr>
      <vt:lpstr>Confluence Based RAG -Demo</vt:lpstr>
      <vt:lpstr>File Based RAG -Demo</vt:lpstr>
      <vt:lpstr>Want to do it with  low code or no code</vt:lpstr>
      <vt:lpstr>Langflow</vt:lpstr>
      <vt:lpstr>Langflow</vt:lpstr>
      <vt:lpstr>Explore more and try RAG with LangfloW</vt:lpstr>
      <vt:lpstr>LangGraph</vt:lpstr>
      <vt:lpstr>Workflow of LangGraph </vt:lpstr>
      <vt:lpstr>Build a Chatbot using LangGraph </vt:lpstr>
      <vt:lpstr>Key Differences </vt:lpstr>
      <vt:lpstr>References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Joswitha Palipe</cp:lastModifiedBy>
  <cp:revision>80</cp:revision>
  <dcterms:created xsi:type="dcterms:W3CDTF">2024-02-27T11:50:23Z</dcterms:created>
  <dcterms:modified xsi:type="dcterms:W3CDTF">2026-01-29T03:49:24Z</dcterms:modified>
</cp:coreProperties>
</file>